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8.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f6cd39efdcc4b3b" /><Relationship Type="http://schemas.openxmlformats.org/officeDocument/2006/relationships/extended-properties" Target="/docProps/app.xml" Id="Rbbdd7f2fac5c4522" /><Relationship Type="http://schemas.openxmlformats.org/officeDocument/2006/relationships/officeDocument" Target="/ppt/presentation.xml" Id="Rdd550bbe0f134d22" /></Relationships>
</file>

<file path=ppt/presentation.xml><?xml version="1.0" encoding="utf-8"?>
<p:presentation xmlns:p="http://schemas.openxmlformats.org/presentationml/2006/main">
  <p:sldMasterIdLst>
    <p:sldMasterId xmlns:r="http://schemas.openxmlformats.org/officeDocument/2006/relationships" id="2147483648" r:id="Ra12b59e875944ee7"/>
  </p:sldMasterIdLst>
  <p:notesMasterIdLst>
    <p:notesMasterId xmlns:r="http://schemas.openxmlformats.org/officeDocument/2006/relationships" r:id="R3a9d8fffe63c45d3"/>
  </p:notesMasterIdLst>
  <p:sldIdLst>
    <p:sldId xmlns:r="http://schemas.openxmlformats.org/officeDocument/2006/relationships" id="256" r:id="Rc21d479464874a01"/>
    <p:sldId xmlns:r="http://schemas.openxmlformats.org/officeDocument/2006/relationships" id="257" r:id="R02132a48f21e4bcc"/>
    <p:sldId xmlns:r="http://schemas.openxmlformats.org/officeDocument/2006/relationships" id="258" r:id="R9603bcb3f34347e2"/>
    <p:sldId xmlns:r="http://schemas.openxmlformats.org/officeDocument/2006/relationships" id="259" r:id="R9fd66f6eeb8742da"/>
    <p:sldId xmlns:r="http://schemas.openxmlformats.org/officeDocument/2006/relationships" id="260" r:id="R5ffb285957034495"/>
    <p:sldId xmlns:r="http://schemas.openxmlformats.org/officeDocument/2006/relationships" id="261" r:id="Ra037170f09e14555"/>
    <p:sldId xmlns:r="http://schemas.openxmlformats.org/officeDocument/2006/relationships" id="262" r:id="R6a571336920e4e8d"/>
    <p:sldId xmlns:r="http://schemas.openxmlformats.org/officeDocument/2006/relationships" id="263" r:id="Rc53544652e3449c8"/>
    <p:sldId xmlns:r="http://schemas.openxmlformats.org/officeDocument/2006/relationships" id="264" r:id="Rc2d71f4c46e746f5"/>
    <p:sldId xmlns:r="http://schemas.openxmlformats.org/officeDocument/2006/relationships" id="265" r:id="R10ab2a7143834b2d"/>
    <p:sldId xmlns:r="http://schemas.openxmlformats.org/officeDocument/2006/relationships" id="266" r:id="Rb8086026372a4e1f"/>
    <p:sldId xmlns:r="http://schemas.openxmlformats.org/officeDocument/2006/relationships" id="267" r:id="R7f5ce430d0184ff5"/>
    <p:sldId xmlns:r="http://schemas.openxmlformats.org/officeDocument/2006/relationships" id="268" r:id="R5c4def7bae0c415c"/>
    <p:sldId xmlns:r="http://schemas.openxmlformats.org/officeDocument/2006/relationships" id="269" r:id="Re479a73af59340b1"/>
    <p:sldId xmlns:r="http://schemas.openxmlformats.org/officeDocument/2006/relationships" id="270" r:id="R48721503219a41a7"/>
    <p:sldId xmlns:r="http://schemas.openxmlformats.org/officeDocument/2006/relationships" id="271" r:id="R713ab76cff654653"/>
    <p:sldId xmlns:r="http://schemas.openxmlformats.org/officeDocument/2006/relationships" id="272" r:id="Re2958a3aa5a44af7"/>
    <p:sldId xmlns:r="http://schemas.openxmlformats.org/officeDocument/2006/relationships" id="273" r:id="R8ff0de436ada4c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e02abc810941e8" /><Relationship Type="http://schemas.openxmlformats.org/officeDocument/2006/relationships/slideMaster" Target="/ppt/slideMasters/slideMaster1.xml" Id="Ra12b59e875944ee7" /><Relationship Type="http://schemas.openxmlformats.org/officeDocument/2006/relationships/notesMaster" Target="/ppt/notesMasters/notesMaster1.xml" Id="R3a9d8fffe63c45d3" /><Relationship Type="http://schemas.openxmlformats.org/officeDocument/2006/relationships/presProps" Target="/ppt/presProps.xml" Id="R44ff70b4a23c40d0" /><Relationship Type="http://schemas.openxmlformats.org/officeDocument/2006/relationships/tableStyles" Target="/ppt/tableStyles.xml" Id="Rc7bc1dd3bc3c4d70" /><Relationship Type="http://schemas.openxmlformats.org/officeDocument/2006/relationships/slide" Target="/ppt/slides/slide1.xml" Id="Rc21d479464874a01" /><Relationship Type="http://schemas.openxmlformats.org/officeDocument/2006/relationships/slide" Target="/ppt/slides/slide2.xml" Id="R02132a48f21e4bcc" /><Relationship Type="http://schemas.openxmlformats.org/officeDocument/2006/relationships/slide" Target="/ppt/slides/slide3.xml" Id="R9603bcb3f34347e2" /><Relationship Type="http://schemas.openxmlformats.org/officeDocument/2006/relationships/slide" Target="/ppt/slides/slide4.xml" Id="R9fd66f6eeb8742da" /><Relationship Type="http://schemas.openxmlformats.org/officeDocument/2006/relationships/slide" Target="/ppt/slides/slide5.xml" Id="R5ffb285957034495" /><Relationship Type="http://schemas.openxmlformats.org/officeDocument/2006/relationships/slide" Target="/ppt/slides/slide6.xml" Id="Ra037170f09e14555" /><Relationship Type="http://schemas.openxmlformats.org/officeDocument/2006/relationships/slide" Target="/ppt/slides/slide7.xml" Id="R6a571336920e4e8d" /><Relationship Type="http://schemas.openxmlformats.org/officeDocument/2006/relationships/slide" Target="/ppt/slides/slide8.xml" Id="Rc53544652e3449c8" /><Relationship Type="http://schemas.openxmlformats.org/officeDocument/2006/relationships/slide" Target="/ppt/slides/slide9.xml" Id="Rc2d71f4c46e746f5" /><Relationship Type="http://schemas.openxmlformats.org/officeDocument/2006/relationships/slide" Target="/ppt/slides/slide10.xml" Id="R10ab2a7143834b2d" /><Relationship Type="http://schemas.openxmlformats.org/officeDocument/2006/relationships/slide" Target="/ppt/slides/slide11.xml" Id="Rb8086026372a4e1f" /><Relationship Type="http://schemas.openxmlformats.org/officeDocument/2006/relationships/slide" Target="/ppt/slides/slide12.xml" Id="R7f5ce430d0184ff5" /><Relationship Type="http://schemas.openxmlformats.org/officeDocument/2006/relationships/slide" Target="/ppt/slides/slide13.xml" Id="R5c4def7bae0c415c" /><Relationship Type="http://schemas.openxmlformats.org/officeDocument/2006/relationships/slide" Target="/ppt/slides/slide14.xml" Id="Re479a73af59340b1" /><Relationship Type="http://schemas.openxmlformats.org/officeDocument/2006/relationships/slide" Target="/ppt/slides/slide15.xml" Id="R48721503219a41a7" /><Relationship Type="http://schemas.openxmlformats.org/officeDocument/2006/relationships/slide" Target="/ppt/slides/slide16.xml" Id="R713ab76cff654653" /><Relationship Type="http://schemas.openxmlformats.org/officeDocument/2006/relationships/slide" Target="/ppt/slides/slide17.xml" Id="Re2958a3aa5a44af7" /><Relationship Type="http://schemas.openxmlformats.org/officeDocument/2006/relationships/slide" Target="/ppt/slides/slide18.xml" Id="R8ff0de436ada4c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cd0182322f41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197eabf7ba44cb" /><Relationship Type="http://schemas.openxmlformats.org/officeDocument/2006/relationships/notesMaster" Target="/ppt/notesMasters/notesMaster1.xml" Id="Ree54cdf82fdc4d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45dce93d384968" /><Relationship Type="http://schemas.openxmlformats.org/officeDocument/2006/relationships/notesMaster" Target="/ppt/notesMasters/notesMaster1.xml" Id="R02363468f0394e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730c5fceac4cae" /><Relationship Type="http://schemas.openxmlformats.org/officeDocument/2006/relationships/notesMaster" Target="/ppt/notesMasters/notesMaster1.xml" Id="R4e8b193839d944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fa7e76297440ea" /><Relationship Type="http://schemas.openxmlformats.org/officeDocument/2006/relationships/notesMaster" Target="/ppt/notesMasters/notesMaster1.xml" Id="R2ef833c0c3124e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f03f3a0d7a40e2" /><Relationship Type="http://schemas.openxmlformats.org/officeDocument/2006/relationships/notesMaster" Target="/ppt/notesMasters/notesMaster1.xml" Id="R701acccd893741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f0a598a21d4fe6" /><Relationship Type="http://schemas.openxmlformats.org/officeDocument/2006/relationships/notesMaster" Target="/ppt/notesMasters/notesMaster1.xml" Id="Rc14c21a237dc40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ee5a00954c423f" /><Relationship Type="http://schemas.openxmlformats.org/officeDocument/2006/relationships/notesMaster" Target="/ppt/notesMasters/notesMaster1.xml" Id="R7fbb0431ac0144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0cc1a3f36447d0" /><Relationship Type="http://schemas.openxmlformats.org/officeDocument/2006/relationships/notesMaster" Target="/ppt/notesMasters/notesMaster1.xml" Id="Rf18acc8893c54c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a3b90f2af74a72" /><Relationship Type="http://schemas.openxmlformats.org/officeDocument/2006/relationships/notesMaster" Target="/ppt/notesMasters/notesMaster1.xml" Id="Rd44c3f00a8ac44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f9908fbbd54c28" /><Relationship Type="http://schemas.openxmlformats.org/officeDocument/2006/relationships/notesMaster" Target="/ppt/notesMasters/notesMaster1.xml" Id="R42631e8086a749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1b87a59bc44b7c" /><Relationship Type="http://schemas.openxmlformats.org/officeDocument/2006/relationships/notesMaster" Target="/ppt/notesMasters/notesMaster1.xml" Id="Recdd9c6e62bd44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727b7d4c284d67" /><Relationship Type="http://schemas.openxmlformats.org/officeDocument/2006/relationships/notesMaster" Target="/ppt/notesMasters/notesMaster1.xml" Id="R03f184617fd045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3b23fbacce4f08" /><Relationship Type="http://schemas.openxmlformats.org/officeDocument/2006/relationships/notesMaster" Target="/ppt/notesMasters/notesMaster1.xml" Id="Rf47cfdeba33f41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d7e2cb3e3543a9" /><Relationship Type="http://schemas.openxmlformats.org/officeDocument/2006/relationships/notesMaster" Target="/ppt/notesMasters/notesMaster1.xml" Id="Rbe5b6945f5ad42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802f97c58f4f87" /><Relationship Type="http://schemas.openxmlformats.org/officeDocument/2006/relationships/notesMaster" Target="/ppt/notesMasters/notesMaster1.xml" Id="Rd639c4a6dfa647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bb32d3f6944e22" /><Relationship Type="http://schemas.openxmlformats.org/officeDocument/2006/relationships/notesMaster" Target="/ppt/notesMasters/notesMaster1.xml" Id="Rd66def16f5014b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7354e9152e4656" /><Relationship Type="http://schemas.openxmlformats.org/officeDocument/2006/relationships/notesMaster" Target="/ppt/notesMasters/notesMaster1.xml" Id="R18a66e4b8ab445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e34a6617994401" /><Relationship Type="http://schemas.openxmlformats.org/officeDocument/2006/relationships/notesMaster" Target="/ppt/notesMasters/notesMaster1.xml" Id="R423457459d6846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both team members and the college. Explain that this is a public-data prototype of the assignment. The title retains attendance, but our measurable variable is absence count. The delivered interactive dashboard is HTML; Power BI files form a reproducibility kit awaiting Desktop execution.</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asks about attendance, internal marks, assignments and semester results. We use only supported proxies. State our research question: how are absences, study-time categories and previous grades associated with final grades? This is an exploratory analysis and does not establish causality.</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UCI is the original data host. The source describes reports and questionnaires from two Portuguese secondary schools. The raw files contain 33 columns each. Some students appear in both subjects, so the sum is 1,044 course records, not a unique student count. The source dictionary documents 382 overlapping students. CSV rows lack observation dates.</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trimmed text and validated integer types, allowed categories and numeric domains. No nulls, exact duplicate rows or invalid domains were found. High absences are flagged using an IQR rule independently by subject and retained. Zero final grades are valid source values. If future data violate checks, the script stops for review rather than silently imputing or deleting.</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sequence from raw files through validation, derived variables, descriptive statistics and charts. Pass is a project definition of G3 at least 10/20. Record IDs identify rows within subjects. Studytime is an ordinal band, not a measured number of hours. No attendance or assignment completion percentage was fabricated.</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HTML file directly in a browser. It has embedded data and no external dependencies. Show the single-subject selector, filters, hover tooltips, record details and export. The student count always means one selected subject. Explain that this is the verified HTML alternative, not a screenshot or export from Power BI.</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BI Desktop was not available, so we did not create a fake native file. The kit provides a working design and reviewed M/DAX source awaiting Microsoft-engine validation. A single Students table holds course records. A disconnected SubjectAxis table allows the comparison chart to ignore only the subject slicer. The setup guide includes baseline numbers and checks before saving a PBIX.</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a transparent 10/20 pass threshold. Of 395 Mathematics records, 265 pass and 130 fail. This is 67.09 percent passing, not an SGSITS institutional pass rate. Filtered pass percentages use the selected record count as the denominator.</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histogram uses one-point bins for integer grades. There are 38 zero final grades and these are kept. The average 10.42 is below the median 11. Do not assert a reason for the zeros because the field itself does not explain them.</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Mathematics cohort has Pearson r=0.034 and Spearman r=0.018, both close to zero. Explain that lack of a linear association in this dataset does not establish that attendance has no importance. Absences are not normalized by total scheduled sessions. Points overlap because the values are integers.</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categories as reported weekly time bands. Group means are 10.05, 10.17, 11.40 and 11.26. Sample sizes are 105, 198, 65 and 27. The highest time band does not have the highest average, so the pattern is not strictly increasing. The coded Pearson coefficient is weak at 0.098.</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Pearson correlations with G3. G2=0.905, G1=0.801, past failures=-0.360, studytime=0.098 and absences=0.034. Earlier grades are strongly associated with final marks, but they are available at different times. Failure and studytime values are ordinal codes. These correlations do not prove causal effects.</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positive relationships for G1 and G2. The closer G2 association is descriptive and does not mean we have trained a prediction model. An early warning system before the second assessment cannot use G2. The practical recommendation is timely review and support, with human interpretation.</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Portuguese averages 11.91 and Mathematics 10.42, a raw difference of 1.49 points. This is not a paired student comparison. The sample sizes differ and students overlap. Do not infer a subject difficulty or teacher-quality ranking from this chart.</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three evidence-based observations. Earlier grades have strong associations. The absence relationship is near zero overall. Excluding zero outcomes changes the population: n becomes 357 and r becomes -0.213. This is a sensitivity check, not a correction, because selecting on the outcome can create bias. All primary results retain the zeros.</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a cautious support-oriented workflow. Review previous assessments and speak to students rather than assign automated labels. Attendance percentage requires attended and scheduled sessions for the same period. Assignment completion requires completed and assigned counts. Use authorized anonymous institutional data and evaluate a pilot rather than claim success in advance.</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that the package is reproducible and honest about data and software limits. The public dataset cannot directly answer SGSITS attendance or assignment questions. No dates or semester trends are fabricated. The native Power BI build still needs Desktop testing. Mention that all statistical results trace to the supplied script and that the HTML alternative can be demonstrated immediately.</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Credit the UCI dataset and the college assignment. The dataset uses CC BY 4.0. Microsoft documentation informs the Power Query and DAX implementation. All calculated results come from Analysis.py. Invite questions about cohort counts, why attendance percent is missing, pass threshold, zero grades, and the Power BI delivery limitation.</a:t>
            </a:r>
          </a:p>
          <a:p xmlns:a="http://schemas.openxmlformats.org/drawingml/2006/main">
            <a:r>
              <a:t/>
            </a:r>
          </a:p>
          <a:p xmlns:a="http://schemas.openxmlformats.org/drawingml/2006/main">
            <a:r>
              <a:t>Source: Cortez, P. (2008), UCI Student Performance, https://archive.ics.uci.edu/dataset/320/student+performance . Calculations: supplied Analysis.py and Analysis_Results.json.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8d86922d2346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19c60710b849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854c02300449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b2f7fc3ed245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a4615e411948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c9b177118648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2ABBBC-B89B-4698-83F7-03D32888CF5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7D31BC-E6F1-4974-BBC3-CF68A551B9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74F73C-D20B-42A1-80D8-295E0BAD9F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652AC1-418D-4470-ADC0-93E52265AB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86D31E-F684-45C4-AA1F-5E2BC71793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7DC820-B2E5-480E-9027-5EE2AB1215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1A3E64-22B9-40DF-99A6-922C5283A0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26ED09-6A1B-4001-BC18-B7F642F5A2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2E7E7D-93CC-44C4-8114-EC835C64E3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C00C4C-EE6A-4667-856C-480E29BB63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87ef035236443c" /><Relationship Type="http://schemas.openxmlformats.org/officeDocument/2006/relationships/slideLayout" Target="/ppt/slideLayouts/slideLayout1.xml" Id="R839bcb4619f34791" /><Relationship Type="http://schemas.openxmlformats.org/officeDocument/2006/relationships/slideLayout" Target="/ppt/slideLayouts/slideLayout2.xml" Id="Re60c7bb25cc34e24" /><Relationship Type="http://schemas.openxmlformats.org/officeDocument/2006/relationships/slideLayout" Target="/ppt/slideLayouts/slideLayout3.xml" Id="R33f30f74c10c431b" /><Relationship Type="http://schemas.openxmlformats.org/officeDocument/2006/relationships/slideLayout" Target="/ppt/slideLayouts/slideLayout4.xml" Id="R3989d1ac35c74b1d" /><Relationship Type="http://schemas.openxmlformats.org/officeDocument/2006/relationships/slideLayout" Target="/ppt/slideLayouts/slideLayout5.xml" Id="Rac42fc1bc924442d" /><Relationship Type="http://schemas.openxmlformats.org/officeDocument/2006/relationships/slideLayout" Target="/ppt/slideLayouts/slideLayout6.xml" Id="R1be5b14b32dc4b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9bcb4619f34791"/>
    <p:sldLayoutId xmlns:r="http://schemas.openxmlformats.org/officeDocument/2006/relationships" id="2147483650" r:id="Re60c7bb25cc34e24"/>
    <p:sldLayoutId xmlns:r="http://schemas.openxmlformats.org/officeDocument/2006/relationships" id="2147483651" r:id="R33f30f74c10c431b"/>
    <p:sldLayoutId xmlns:r="http://schemas.openxmlformats.org/officeDocument/2006/relationships" id="2147483652" r:id="R3989d1ac35c74b1d"/>
    <p:sldLayoutId xmlns:r="http://schemas.openxmlformats.org/officeDocument/2006/relationships" id="2147483653" r:id="Rac42fc1bc924442d"/>
    <p:sldLayoutId xmlns:r="http://schemas.openxmlformats.org/officeDocument/2006/relationships" id="2147483654" r:id="R1be5b14b32dc4b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b8e94af73e4840" /><Relationship Type="http://schemas.openxmlformats.org/officeDocument/2006/relationships/notesSlide" Target="/ppt/notesSlides/notesSlide1.xml" Id="R2f87da3ee2884d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ee69c0f3c845bb" /><Relationship Type="http://schemas.openxmlformats.org/officeDocument/2006/relationships/notesSlide" Target="/ppt/notesSlides/notesSlide2.xml" Id="R4378a6c5cde540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71a313838f43f8" /><Relationship Type="http://schemas.openxmlformats.org/officeDocument/2006/relationships/notesSlide" Target="/ppt/notesSlides/notesSlide3.xml" Id="R9ab18d5ad4324a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03f10405b54922" /><Relationship Type="http://schemas.openxmlformats.org/officeDocument/2006/relationships/notesSlide" Target="/ppt/notesSlides/notesSlide4.xml" Id="R90ef3c7b161341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1a72b6f444492d" /><Relationship Type="http://schemas.openxmlformats.org/officeDocument/2006/relationships/notesSlide" Target="/ppt/notesSlides/notesSlide5.xml" Id="Rf770fa20a0f441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f0223b31e94ee4" /><Relationship Type="http://schemas.openxmlformats.org/officeDocument/2006/relationships/notesSlide" Target="/ppt/notesSlides/notesSlide6.xml" Id="Ra152f3e6d98f4e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01501af3214089" /><Relationship Type="http://schemas.openxmlformats.org/officeDocument/2006/relationships/notesSlide" Target="/ppt/notesSlides/notesSlide7.xml" Id="Rd85f14fc5e0648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4cbcf3184a416d" /><Relationship Type="http://schemas.openxmlformats.org/officeDocument/2006/relationships/chart" Target="/ppt/slides/charts/chart1.xml" Id="Rd01c1bd8e5ac4128" /><Relationship Type="http://schemas.openxmlformats.org/officeDocument/2006/relationships/notesSlide" Target="/ppt/notesSlides/notesSlide8.xml" Id="R5ba72ebf781649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473affdf9346b4" /><Relationship Type="http://schemas.openxmlformats.org/officeDocument/2006/relationships/chart" Target="/ppt/slides/charts/chart2.xml" Id="Rc9a9a51065cd417b" /><Relationship Type="http://schemas.openxmlformats.org/officeDocument/2006/relationships/notesSlide" Target="/ppt/notesSlides/notesSlide9.xml" Id="Re66297e94f8d45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ddc1c46dbc4f4d" /><Relationship Type="http://schemas.openxmlformats.org/officeDocument/2006/relationships/chart" Target="/ppt/slides/charts/chart3.xml" Id="R30b13e7ceea64f24" /><Relationship Type="http://schemas.openxmlformats.org/officeDocument/2006/relationships/notesSlide" Target="/ppt/notesSlides/notesSlide10.xml" Id="R1a1708d383a445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942b476c2f44ab" /><Relationship Type="http://schemas.openxmlformats.org/officeDocument/2006/relationships/chart" Target="/ppt/slides/charts/chart4.xml" Id="R100ab0542e50410b" /><Relationship Type="http://schemas.openxmlformats.org/officeDocument/2006/relationships/notesSlide" Target="/ppt/notesSlides/notesSlide11.xml" Id="R175273999f1745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7708f5d3d974a57" /><Relationship Type="http://schemas.openxmlformats.org/officeDocument/2006/relationships/chart" Target="/ppt/slides/charts/chart5.xml" Id="Rd401b114443c4239" /><Relationship Type="http://schemas.openxmlformats.org/officeDocument/2006/relationships/notesSlide" Target="/ppt/notesSlides/notesSlide12.xml" Id="R736e44dff8a94d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65fca4dd3f94647" /><Relationship Type="http://schemas.openxmlformats.org/officeDocument/2006/relationships/chart" Target="/ppt/slides/charts/chart6.xml" Id="Rbef900a728fc48ac" /><Relationship Type="http://schemas.openxmlformats.org/officeDocument/2006/relationships/chart" Target="/ppt/slides/charts/chart7.xml" Id="R7d875f278ad545c0" /><Relationship Type="http://schemas.openxmlformats.org/officeDocument/2006/relationships/notesSlide" Target="/ppt/notesSlides/notesSlide13.xml" Id="R457507f5b07948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8da8b627e74681" /><Relationship Type="http://schemas.openxmlformats.org/officeDocument/2006/relationships/chart" Target="/ppt/slides/charts/chart8.xml" Id="R6a32ad2d048c48f5" /><Relationship Type="http://schemas.openxmlformats.org/officeDocument/2006/relationships/notesSlide" Target="/ppt/notesSlides/notesSlide14.xml" Id="R2557def6d2e24e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7b99108adcf41d6" /><Relationship Type="http://schemas.openxmlformats.org/officeDocument/2006/relationships/notesSlide" Target="/ppt/notesSlides/notesSlide15.xml" Id="Re932318ec4444f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f89c7924ce747cf" /><Relationship Type="http://schemas.openxmlformats.org/officeDocument/2006/relationships/notesSlide" Target="/ppt/notesSlides/notesSlide16.xml" Id="R0ca5c9ddf9fc45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0cdfce81f214e09" /><Relationship Type="http://schemas.openxmlformats.org/officeDocument/2006/relationships/notesSlide" Target="/ppt/notesSlides/notesSlide17.xml" Id="R670ad79ff16048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6277d4c86684b1e" /><Relationship Type="http://schemas.openxmlformats.org/officeDocument/2006/relationships/notesSlide" Target="/ppt/notesSlides/notesSlide18.xml" Id="Rf698e1ad99f845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Students</c:v>
          </c:tx>
          <c:spPr>
            <a:solidFill xmlns:a="http://schemas.openxmlformats.org/drawingml/2006/main">
              <a:srgbClr val="7455D8"/>
            </a:solidFill>
          </c:spPr>
          <c:invertIfNegative val="0"/>
          <c:cat>
            <c:strRef>
              <c:f>'Chart Data'!$A$2:$A$3</c:f>
              <c:strCache>
                <c:ptCount val="2"/>
                <c:pt idx="0">
                  <c:v>Pass</c:v>
                </c:pt>
                <c:pt idx="1">
                  <c:v>Fail</c:v>
                </c:pt>
              </c:strCache>
            </c:strRef>
          </c:cat>
          <c:val>
            <c:numRef>
              <c:f>'Chart Data'!$B$2:$B$3</c:f>
              <c:numCache>
                <c:formatCode>General</c:formatCode>
                <c:ptCount val="2"/>
                <c:pt idx="0">
                  <c:v>265</c:v>
                </c:pt>
                <c:pt idx="1">
                  <c:v>130</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089"/>
                </a:solidFill>
                <a:latin typeface="DejaVu Sans"/>
                <a:ea typeface="DejaVu Sans"/>
                <a:cs typeface="DejaVu Sans"/>
              </a:defRPr>
            </a:pPr>
          </a:p>
        </c:txPr>
        <c:crossAx val="48672768"/>
      </c:catAx>
      <c:valAx>
        <c:axId val="48672768"/>
        <c:scaling>
          <c:orientation val="minMax"/>
          <c:max val="30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Students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Students</c:v>
          </c:tx>
          <c:spPr>
            <a:solidFill xmlns:a="http://schemas.openxmlformats.org/drawingml/2006/main">
              <a:srgbClr val="7455D8"/>
            </a:solidFill>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38</c:v>
                </c:pt>
                <c:pt idx="1">
                  <c:v>0</c:v>
                </c:pt>
                <c:pt idx="2">
                  <c:v>0</c:v>
                </c:pt>
                <c:pt idx="3">
                  <c:v>0</c:v>
                </c:pt>
                <c:pt idx="4">
                  <c:v>1</c:v>
                </c:pt>
                <c:pt idx="5">
                  <c:v>7</c:v>
                </c:pt>
                <c:pt idx="6">
                  <c:v>15</c:v>
                </c:pt>
                <c:pt idx="7">
                  <c:v>9</c:v>
                </c:pt>
                <c:pt idx="8">
                  <c:v>32</c:v>
                </c:pt>
                <c:pt idx="9">
                  <c:v>28</c:v>
                </c:pt>
                <c:pt idx="10">
                  <c:v>56</c:v>
                </c:pt>
                <c:pt idx="11">
                  <c:v>47</c:v>
                </c:pt>
                <c:pt idx="12">
                  <c:v>31</c:v>
                </c:pt>
                <c:pt idx="13">
                  <c:v>31</c:v>
                </c:pt>
                <c:pt idx="14">
                  <c:v>27</c:v>
                </c:pt>
                <c:pt idx="15">
                  <c:v>33</c:v>
                </c:pt>
                <c:pt idx="16">
                  <c:v>16</c:v>
                </c:pt>
                <c:pt idx="17">
                  <c:v>6</c:v>
                </c:pt>
                <c:pt idx="18">
                  <c:v>12</c:v>
                </c:pt>
                <c:pt idx="19">
                  <c:v>5</c:v>
                </c:pt>
                <c:pt idx="20">
                  <c:v>1</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Final grade G3 (0-20)</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Students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Mathematics</c:v>
          </c:tx>
          <c:spPr>
            <a:ln xmlns:a="http://schemas.openxmlformats.org/drawingml/2006/main" w="0">
              <a:noFill/>
              <a:prstDash val="solid"/>
            </a:ln>
          </c:spPr>
          <c:marker>
            <c:symbol val="circle"/>
            <c:size val="4"/>
            <c:spPr>
              <a:solidFill xmlns:a="http://schemas.openxmlformats.org/drawingml/2006/main">
                <a:srgbClr val="3184E8"/>
              </a:solidFill>
            </c:spPr>
          </c:marker>
          <c:xVal>
            <c:numRef>
              <c:f>'Chart Data'!$A$2:$A$396</c:f>
              <c:numCache>
                <c:formatCode>General</c:formatCode>
                <c:ptCount val="395"/>
                <c:pt idx="0">
                  <c:v>6</c:v>
                </c:pt>
                <c:pt idx="1">
                  <c:v>4</c:v>
                </c:pt>
                <c:pt idx="2">
                  <c:v>10</c:v>
                </c:pt>
                <c:pt idx="3">
                  <c:v>2</c:v>
                </c:pt>
                <c:pt idx="4">
                  <c:v>4</c:v>
                </c:pt>
                <c:pt idx="5">
                  <c:v>10</c:v>
                </c:pt>
                <c:pt idx="6">
                  <c:v>0</c:v>
                </c:pt>
                <c:pt idx="7">
                  <c:v>6</c:v>
                </c:pt>
                <c:pt idx="8">
                  <c:v>0</c:v>
                </c:pt>
                <c:pt idx="9">
                  <c:v>0</c:v>
                </c:pt>
                <c:pt idx="10">
                  <c:v>0</c:v>
                </c:pt>
                <c:pt idx="11">
                  <c:v>4</c:v>
                </c:pt>
                <c:pt idx="12">
                  <c:v>2</c:v>
                </c:pt>
                <c:pt idx="13">
                  <c:v>2</c:v>
                </c:pt>
                <c:pt idx="14">
                  <c:v>0</c:v>
                </c:pt>
                <c:pt idx="15">
                  <c:v>4</c:v>
                </c:pt>
                <c:pt idx="16">
                  <c:v>6</c:v>
                </c:pt>
                <c:pt idx="17">
                  <c:v>4</c:v>
                </c:pt>
                <c:pt idx="18">
                  <c:v>16</c:v>
                </c:pt>
                <c:pt idx="19">
                  <c:v>4</c:v>
                </c:pt>
                <c:pt idx="20">
                  <c:v>0</c:v>
                </c:pt>
                <c:pt idx="21">
                  <c:v>0</c:v>
                </c:pt>
                <c:pt idx="22">
                  <c:v>2</c:v>
                </c:pt>
                <c:pt idx="23">
                  <c:v>0</c:v>
                </c:pt>
                <c:pt idx="24">
                  <c:v>2</c:v>
                </c:pt>
                <c:pt idx="25">
                  <c:v>14</c:v>
                </c:pt>
                <c:pt idx="26">
                  <c:v>2</c:v>
                </c:pt>
                <c:pt idx="27">
                  <c:v>4</c:v>
                </c:pt>
                <c:pt idx="28">
                  <c:v>4</c:v>
                </c:pt>
                <c:pt idx="29">
                  <c:v>16</c:v>
                </c:pt>
                <c:pt idx="30">
                  <c:v>0</c:v>
                </c:pt>
                <c:pt idx="31">
                  <c:v>0</c:v>
                </c:pt>
                <c:pt idx="32">
                  <c:v>0</c:v>
                </c:pt>
                <c:pt idx="33">
                  <c:v>0</c:v>
                </c:pt>
                <c:pt idx="34">
                  <c:v>0</c:v>
                </c:pt>
                <c:pt idx="35">
                  <c:v>0</c:v>
                </c:pt>
                <c:pt idx="36">
                  <c:v>2</c:v>
                </c:pt>
                <c:pt idx="37">
                  <c:v>7</c:v>
                </c:pt>
                <c:pt idx="38">
                  <c:v>2</c:v>
                </c:pt>
                <c:pt idx="39">
                  <c:v>8</c:v>
                </c:pt>
                <c:pt idx="40">
                  <c:v>25</c:v>
                </c:pt>
                <c:pt idx="41">
                  <c:v>8</c:v>
                </c:pt>
                <c:pt idx="42">
                  <c:v>2</c:v>
                </c:pt>
                <c:pt idx="43">
                  <c:v>0</c:v>
                </c:pt>
                <c:pt idx="44">
                  <c:v>14</c:v>
                </c:pt>
                <c:pt idx="45">
                  <c:v>8</c:v>
                </c:pt>
                <c:pt idx="46">
                  <c:v>12</c:v>
                </c:pt>
                <c:pt idx="47">
                  <c:v>4</c:v>
                </c:pt>
                <c:pt idx="48">
                  <c:v>2</c:v>
                </c:pt>
                <c:pt idx="49">
                  <c:v>2</c:v>
                </c:pt>
                <c:pt idx="50">
                  <c:v>2</c:v>
                </c:pt>
                <c:pt idx="51">
                  <c:v>2</c:v>
                </c:pt>
                <c:pt idx="52">
                  <c:v>6</c:v>
                </c:pt>
                <c:pt idx="53">
                  <c:v>0</c:v>
                </c:pt>
                <c:pt idx="54">
                  <c:v>6</c:v>
                </c:pt>
                <c:pt idx="55">
                  <c:v>8</c:v>
                </c:pt>
                <c:pt idx="56">
                  <c:v>0</c:v>
                </c:pt>
                <c:pt idx="57">
                  <c:v>4</c:v>
                </c:pt>
                <c:pt idx="58">
                  <c:v>2</c:v>
                </c:pt>
                <c:pt idx="59">
                  <c:v>2</c:v>
                </c:pt>
                <c:pt idx="60">
                  <c:v>6</c:v>
                </c:pt>
                <c:pt idx="61">
                  <c:v>6</c:v>
                </c:pt>
                <c:pt idx="62">
                  <c:v>4</c:v>
                </c:pt>
                <c:pt idx="63">
                  <c:v>2</c:v>
                </c:pt>
                <c:pt idx="64">
                  <c:v>0</c:v>
                </c:pt>
                <c:pt idx="65">
                  <c:v>2</c:v>
                </c:pt>
                <c:pt idx="66">
                  <c:v>4</c:v>
                </c:pt>
                <c:pt idx="67">
                  <c:v>4</c:v>
                </c:pt>
                <c:pt idx="68">
                  <c:v>2</c:v>
                </c:pt>
                <c:pt idx="69">
                  <c:v>12</c:v>
                </c:pt>
                <c:pt idx="70">
                  <c:v>0</c:v>
                </c:pt>
                <c:pt idx="71">
                  <c:v>0</c:v>
                </c:pt>
                <c:pt idx="72">
                  <c:v>2</c:v>
                </c:pt>
                <c:pt idx="73">
                  <c:v>2</c:v>
                </c:pt>
                <c:pt idx="74">
                  <c:v>54</c:v>
                </c:pt>
                <c:pt idx="75">
                  <c:v>6</c:v>
                </c:pt>
                <c:pt idx="76">
                  <c:v>8</c:v>
                </c:pt>
                <c:pt idx="77">
                  <c:v>0</c:v>
                </c:pt>
                <c:pt idx="78">
                  <c:v>2</c:v>
                </c:pt>
                <c:pt idx="79">
                  <c:v>12</c:v>
                </c:pt>
                <c:pt idx="80">
                  <c:v>2</c:v>
                </c:pt>
                <c:pt idx="81">
                  <c:v>4</c:v>
                </c:pt>
                <c:pt idx="82">
                  <c:v>10</c:v>
                </c:pt>
                <c:pt idx="83">
                  <c:v>4</c:v>
                </c:pt>
                <c:pt idx="84">
                  <c:v>2</c:v>
                </c:pt>
                <c:pt idx="85">
                  <c:v>6</c:v>
                </c:pt>
                <c:pt idx="86">
                  <c:v>4</c:v>
                </c:pt>
                <c:pt idx="87">
                  <c:v>4</c:v>
                </c:pt>
                <c:pt idx="88">
                  <c:v>12</c:v>
                </c:pt>
                <c:pt idx="89">
                  <c:v>18</c:v>
                </c:pt>
                <c:pt idx="90">
                  <c:v>0</c:v>
                </c:pt>
                <c:pt idx="91">
                  <c:v>4</c:v>
                </c:pt>
                <c:pt idx="92">
                  <c:v>4</c:v>
                </c:pt>
                <c:pt idx="93">
                  <c:v>0</c:v>
                </c:pt>
                <c:pt idx="94">
                  <c:v>6</c:v>
                </c:pt>
                <c:pt idx="95">
                  <c:v>2</c:v>
                </c:pt>
                <c:pt idx="96">
                  <c:v>2</c:v>
                </c:pt>
                <c:pt idx="97">
                  <c:v>2</c:v>
                </c:pt>
                <c:pt idx="98">
                  <c:v>6</c:v>
                </c:pt>
                <c:pt idx="99">
                  <c:v>0</c:v>
                </c:pt>
                <c:pt idx="100">
                  <c:v>14</c:v>
                </c:pt>
                <c:pt idx="101">
                  <c:v>0</c:v>
                </c:pt>
                <c:pt idx="102">
                  <c:v>4</c:v>
                </c:pt>
                <c:pt idx="103">
                  <c:v>26</c:v>
                </c:pt>
                <c:pt idx="104">
                  <c:v>0</c:v>
                </c:pt>
                <c:pt idx="105">
                  <c:v>10</c:v>
                </c:pt>
                <c:pt idx="106">
                  <c:v>8</c:v>
                </c:pt>
                <c:pt idx="107">
                  <c:v>2</c:v>
                </c:pt>
                <c:pt idx="108">
                  <c:v>6</c:v>
                </c:pt>
                <c:pt idx="109">
                  <c:v>4</c:v>
                </c:pt>
                <c:pt idx="110">
                  <c:v>6</c:v>
                </c:pt>
                <c:pt idx="111">
                  <c:v>0</c:v>
                </c:pt>
                <c:pt idx="112">
                  <c:v>6</c:v>
                </c:pt>
                <c:pt idx="113">
                  <c:v>10</c:v>
                </c:pt>
                <c:pt idx="114">
                  <c:v>8</c:v>
                </c:pt>
                <c:pt idx="115">
                  <c:v>2</c:v>
                </c:pt>
                <c:pt idx="116">
                  <c:v>2</c:v>
                </c:pt>
                <c:pt idx="117">
                  <c:v>0</c:v>
                </c:pt>
                <c:pt idx="118">
                  <c:v>20</c:v>
                </c:pt>
                <c:pt idx="119">
                  <c:v>6</c:v>
                </c:pt>
                <c:pt idx="120">
                  <c:v>2</c:v>
                </c:pt>
                <c:pt idx="121">
                  <c:v>6</c:v>
                </c:pt>
                <c:pt idx="122">
                  <c:v>2</c:v>
                </c:pt>
                <c:pt idx="123">
                  <c:v>18</c:v>
                </c:pt>
                <c:pt idx="124">
                  <c:v>0</c:v>
                </c:pt>
                <c:pt idx="125">
                  <c:v>0</c:v>
                </c:pt>
                <c:pt idx="126">
                  <c:v>0</c:v>
                </c:pt>
                <c:pt idx="127">
                  <c:v>2</c:v>
                </c:pt>
                <c:pt idx="128">
                  <c:v>0</c:v>
                </c:pt>
                <c:pt idx="129">
                  <c:v>8</c:v>
                </c:pt>
                <c:pt idx="130">
                  <c:v>0</c:v>
                </c:pt>
                <c:pt idx="131">
                  <c:v>0</c:v>
                </c:pt>
                <c:pt idx="132">
                  <c:v>12</c:v>
                </c:pt>
                <c:pt idx="133">
                  <c:v>16</c:v>
                </c:pt>
                <c:pt idx="134">
                  <c:v>0</c:v>
                </c:pt>
                <c:pt idx="135">
                  <c:v>0</c:v>
                </c:pt>
                <c:pt idx="136">
                  <c:v>0</c:v>
                </c:pt>
                <c:pt idx="137">
                  <c:v>0</c:v>
                </c:pt>
                <c:pt idx="138">
                  <c:v>0</c:v>
                </c:pt>
                <c:pt idx="139">
                  <c:v>0</c:v>
                </c:pt>
                <c:pt idx="140">
                  <c:v>0</c:v>
                </c:pt>
                <c:pt idx="141">
                  <c:v>8</c:v>
                </c:pt>
                <c:pt idx="142">
                  <c:v>2</c:v>
                </c:pt>
                <c:pt idx="143">
                  <c:v>2</c:v>
                </c:pt>
                <c:pt idx="144">
                  <c:v>0</c:v>
                </c:pt>
                <c:pt idx="145">
                  <c:v>0</c:v>
                </c:pt>
                <c:pt idx="146">
                  <c:v>0</c:v>
                </c:pt>
                <c:pt idx="147">
                  <c:v>2</c:v>
                </c:pt>
                <c:pt idx="148">
                  <c:v>0</c:v>
                </c:pt>
                <c:pt idx="149">
                  <c:v>0</c:v>
                </c:pt>
                <c:pt idx="150">
                  <c:v>0</c:v>
                </c:pt>
                <c:pt idx="151">
                  <c:v>6</c:v>
                </c:pt>
                <c:pt idx="152">
                  <c:v>8</c:v>
                </c:pt>
                <c:pt idx="153">
                  <c:v>0</c:v>
                </c:pt>
                <c:pt idx="154">
                  <c:v>0</c:v>
                </c:pt>
                <c:pt idx="155">
                  <c:v>2</c:v>
                </c:pt>
                <c:pt idx="156">
                  <c:v>8</c:v>
                </c:pt>
                <c:pt idx="157">
                  <c:v>6</c:v>
                </c:pt>
                <c:pt idx="158">
                  <c:v>2</c:v>
                </c:pt>
                <c:pt idx="159">
                  <c:v>4</c:v>
                </c:pt>
                <c:pt idx="160">
                  <c:v>0</c:v>
                </c:pt>
                <c:pt idx="161">
                  <c:v>6</c:v>
                </c:pt>
                <c:pt idx="162">
                  <c:v>0</c:v>
                </c:pt>
                <c:pt idx="163">
                  <c:v>2</c:v>
                </c:pt>
                <c:pt idx="164">
                  <c:v>0</c:v>
                </c:pt>
                <c:pt idx="165">
                  <c:v>16</c:v>
                </c:pt>
                <c:pt idx="166">
                  <c:v>4</c:v>
                </c:pt>
                <c:pt idx="167">
                  <c:v>0</c:v>
                </c:pt>
                <c:pt idx="168">
                  <c:v>0</c:v>
                </c:pt>
                <c:pt idx="169">
                  <c:v>0</c:v>
                </c:pt>
                <c:pt idx="170">
                  <c:v>0</c:v>
                </c:pt>
                <c:pt idx="171">
                  <c:v>2</c:v>
                </c:pt>
                <c:pt idx="172">
                  <c:v>0</c:v>
                </c:pt>
                <c:pt idx="173">
                  <c:v>0</c:v>
                </c:pt>
                <c:pt idx="174">
                  <c:v>4</c:v>
                </c:pt>
                <c:pt idx="175">
                  <c:v>4</c:v>
                </c:pt>
                <c:pt idx="176">
                  <c:v>2</c:v>
                </c:pt>
                <c:pt idx="177">
                  <c:v>4</c:v>
                </c:pt>
                <c:pt idx="178">
                  <c:v>10</c:v>
                </c:pt>
                <c:pt idx="179">
                  <c:v>4</c:v>
                </c:pt>
                <c:pt idx="180">
                  <c:v>10</c:v>
                </c:pt>
                <c:pt idx="181">
                  <c:v>2</c:v>
                </c:pt>
                <c:pt idx="182">
                  <c:v>0</c:v>
                </c:pt>
                <c:pt idx="183">
                  <c:v>56</c:v>
                </c:pt>
                <c:pt idx="184">
                  <c:v>14</c:v>
                </c:pt>
                <c:pt idx="185">
                  <c:v>12</c:v>
                </c:pt>
                <c:pt idx="186">
                  <c:v>2</c:v>
                </c:pt>
                <c:pt idx="187">
                  <c:v>0</c:v>
                </c:pt>
                <c:pt idx="188">
                  <c:v>6</c:v>
                </c:pt>
                <c:pt idx="189">
                  <c:v>4</c:v>
                </c:pt>
                <c:pt idx="190">
                  <c:v>10</c:v>
                </c:pt>
                <c:pt idx="191">
                  <c:v>0</c:v>
                </c:pt>
                <c:pt idx="192">
                  <c:v>12</c:v>
                </c:pt>
                <c:pt idx="193">
                  <c:v>8</c:v>
                </c:pt>
                <c:pt idx="194">
                  <c:v>0</c:v>
                </c:pt>
                <c:pt idx="195">
                  <c:v>0</c:v>
                </c:pt>
                <c:pt idx="196">
                  <c:v>4</c:v>
                </c:pt>
                <c:pt idx="197">
                  <c:v>8</c:v>
                </c:pt>
                <c:pt idx="198">
                  <c:v>24</c:v>
                </c:pt>
                <c:pt idx="199">
                  <c:v>0</c:v>
                </c:pt>
                <c:pt idx="200">
                  <c:v>2</c:v>
                </c:pt>
                <c:pt idx="201">
                  <c:v>6</c:v>
                </c:pt>
                <c:pt idx="202">
                  <c:v>4</c:v>
                </c:pt>
                <c:pt idx="203">
                  <c:v>18</c:v>
                </c:pt>
                <c:pt idx="204">
                  <c:v>6</c:v>
                </c:pt>
                <c:pt idx="205">
                  <c:v>28</c:v>
                </c:pt>
                <c:pt idx="206">
                  <c:v>5</c:v>
                </c:pt>
                <c:pt idx="207">
                  <c:v>10</c:v>
                </c:pt>
                <c:pt idx="208">
                  <c:v>6</c:v>
                </c:pt>
                <c:pt idx="209">
                  <c:v>6</c:v>
                </c:pt>
                <c:pt idx="210">
                  <c:v>10</c:v>
                </c:pt>
                <c:pt idx="211">
                  <c:v>13</c:v>
                </c:pt>
                <c:pt idx="212">
                  <c:v>0</c:v>
                </c:pt>
                <c:pt idx="213">
                  <c:v>15</c:v>
                </c:pt>
                <c:pt idx="214">
                  <c:v>12</c:v>
                </c:pt>
                <c:pt idx="215">
                  <c:v>2</c:v>
                </c:pt>
                <c:pt idx="216">
                  <c:v>22</c:v>
                </c:pt>
                <c:pt idx="217">
                  <c:v>13</c:v>
                </c:pt>
                <c:pt idx="218">
                  <c:v>3</c:v>
                </c:pt>
                <c:pt idx="219">
                  <c:v>4</c:v>
                </c:pt>
                <c:pt idx="220">
                  <c:v>2</c:v>
                </c:pt>
                <c:pt idx="221">
                  <c:v>0</c:v>
                </c:pt>
                <c:pt idx="222">
                  <c:v>2</c:v>
                </c:pt>
                <c:pt idx="223">
                  <c:v>0</c:v>
                </c:pt>
                <c:pt idx="224">
                  <c:v>0</c:v>
                </c:pt>
                <c:pt idx="225">
                  <c:v>16</c:v>
                </c:pt>
                <c:pt idx="226">
                  <c:v>10</c:v>
                </c:pt>
                <c:pt idx="227">
                  <c:v>2</c:v>
                </c:pt>
                <c:pt idx="228">
                  <c:v>14</c:v>
                </c:pt>
                <c:pt idx="229">
                  <c:v>10</c:v>
                </c:pt>
                <c:pt idx="230">
                  <c:v>14</c:v>
                </c:pt>
                <c:pt idx="231">
                  <c:v>4</c:v>
                </c:pt>
                <c:pt idx="232">
                  <c:v>14</c:v>
                </c:pt>
                <c:pt idx="233">
                  <c:v>2</c:v>
                </c:pt>
                <c:pt idx="234">
                  <c:v>18</c:v>
                </c:pt>
                <c:pt idx="235">
                  <c:v>10</c:v>
                </c:pt>
                <c:pt idx="236">
                  <c:v>4</c:v>
                </c:pt>
                <c:pt idx="237">
                  <c:v>20</c:v>
                </c:pt>
                <c:pt idx="238">
                  <c:v>2</c:v>
                </c:pt>
                <c:pt idx="239">
                  <c:v>0</c:v>
                </c:pt>
                <c:pt idx="240">
                  <c:v>14</c:v>
                </c:pt>
                <c:pt idx="241">
                  <c:v>2</c:v>
                </c:pt>
                <c:pt idx="242">
                  <c:v>0</c:v>
                </c:pt>
                <c:pt idx="243">
                  <c:v>0</c:v>
                </c:pt>
                <c:pt idx="244">
                  <c:v>0</c:v>
                </c:pt>
                <c:pt idx="245">
                  <c:v>6</c:v>
                </c:pt>
                <c:pt idx="246">
                  <c:v>4</c:v>
                </c:pt>
                <c:pt idx="247">
                  <c:v>16</c:v>
                </c:pt>
                <c:pt idx="248">
                  <c:v>8</c:v>
                </c:pt>
                <c:pt idx="249">
                  <c:v>0</c:v>
                </c:pt>
                <c:pt idx="250">
                  <c:v>0</c:v>
                </c:pt>
                <c:pt idx="251">
                  <c:v>6</c:v>
                </c:pt>
                <c:pt idx="252">
                  <c:v>4</c:v>
                </c:pt>
                <c:pt idx="253">
                  <c:v>0</c:v>
                </c:pt>
                <c:pt idx="254">
                  <c:v>0</c:v>
                </c:pt>
                <c:pt idx="255">
                  <c:v>2</c:v>
                </c:pt>
                <c:pt idx="256">
                  <c:v>6</c:v>
                </c:pt>
                <c:pt idx="257">
                  <c:v>12</c:v>
                </c:pt>
                <c:pt idx="258">
                  <c:v>8</c:v>
                </c:pt>
                <c:pt idx="259">
                  <c:v>0</c:v>
                </c:pt>
                <c:pt idx="260">
                  <c:v>21</c:v>
                </c:pt>
                <c:pt idx="261">
                  <c:v>2</c:v>
                </c:pt>
                <c:pt idx="262">
                  <c:v>1</c:v>
                </c:pt>
                <c:pt idx="263">
                  <c:v>4</c:v>
                </c:pt>
                <c:pt idx="264">
                  <c:v>0</c:v>
                </c:pt>
                <c:pt idx="265">
                  <c:v>13</c:v>
                </c:pt>
                <c:pt idx="266">
                  <c:v>2</c:v>
                </c:pt>
                <c:pt idx="267">
                  <c:v>8</c:v>
                </c:pt>
                <c:pt idx="268">
                  <c:v>10</c:v>
                </c:pt>
                <c:pt idx="269">
                  <c:v>0</c:v>
                </c:pt>
                <c:pt idx="270">
                  <c:v>15</c:v>
                </c:pt>
                <c:pt idx="271">
                  <c:v>4</c:v>
                </c:pt>
                <c:pt idx="272">
                  <c:v>2</c:v>
                </c:pt>
                <c:pt idx="273">
                  <c:v>2</c:v>
                </c:pt>
                <c:pt idx="274">
                  <c:v>2</c:v>
                </c:pt>
                <c:pt idx="275">
                  <c:v>6</c:v>
                </c:pt>
                <c:pt idx="276">
                  <c:v>75</c:v>
                </c:pt>
                <c:pt idx="277">
                  <c:v>22</c:v>
                </c:pt>
                <c:pt idx="278">
                  <c:v>15</c:v>
                </c:pt>
                <c:pt idx="279">
                  <c:v>8</c:v>
                </c:pt>
                <c:pt idx="280">
                  <c:v>30</c:v>
                </c:pt>
                <c:pt idx="281">
                  <c:v>19</c:v>
                </c:pt>
                <c:pt idx="282">
                  <c:v>1</c:v>
                </c:pt>
                <c:pt idx="283">
                  <c:v>4</c:v>
                </c:pt>
                <c:pt idx="284">
                  <c:v>4</c:v>
                </c:pt>
                <c:pt idx="285">
                  <c:v>2</c:v>
                </c:pt>
                <c:pt idx="286">
                  <c:v>5</c:v>
                </c:pt>
                <c:pt idx="287">
                  <c:v>6</c:v>
                </c:pt>
                <c:pt idx="288">
                  <c:v>6</c:v>
                </c:pt>
                <c:pt idx="289">
                  <c:v>9</c:v>
                </c:pt>
                <c:pt idx="290">
                  <c:v>11</c:v>
                </c:pt>
                <c:pt idx="291">
                  <c:v>0</c:v>
                </c:pt>
                <c:pt idx="292">
                  <c:v>12</c:v>
                </c:pt>
                <c:pt idx="293">
                  <c:v>6</c:v>
                </c:pt>
                <c:pt idx="294">
                  <c:v>8</c:v>
                </c:pt>
                <c:pt idx="295">
                  <c:v>4</c:v>
                </c:pt>
                <c:pt idx="296">
                  <c:v>0</c:v>
                </c:pt>
                <c:pt idx="297">
                  <c:v>10</c:v>
                </c:pt>
                <c:pt idx="298">
                  <c:v>0</c:v>
                </c:pt>
                <c:pt idx="299">
                  <c:v>5</c:v>
                </c:pt>
                <c:pt idx="300">
                  <c:v>14</c:v>
                </c:pt>
                <c:pt idx="301">
                  <c:v>0</c:v>
                </c:pt>
                <c:pt idx="302">
                  <c:v>0</c:v>
                </c:pt>
                <c:pt idx="303">
                  <c:v>0</c:v>
                </c:pt>
                <c:pt idx="304">
                  <c:v>20</c:v>
                </c:pt>
                <c:pt idx="305">
                  <c:v>8</c:v>
                </c:pt>
                <c:pt idx="306">
                  <c:v>0</c:v>
                </c:pt>
                <c:pt idx="307">
                  <c:v>38</c:v>
                </c:pt>
                <c:pt idx="308">
                  <c:v>0</c:v>
                </c:pt>
                <c:pt idx="309">
                  <c:v>18</c:v>
                </c:pt>
                <c:pt idx="310">
                  <c:v>0</c:v>
                </c:pt>
                <c:pt idx="311">
                  <c:v>20</c:v>
                </c:pt>
                <c:pt idx="312">
                  <c:v>3</c:v>
                </c:pt>
                <c:pt idx="313">
                  <c:v>22</c:v>
                </c:pt>
                <c:pt idx="314">
                  <c:v>14</c:v>
                </c:pt>
                <c:pt idx="315">
                  <c:v>40</c:v>
                </c:pt>
                <c:pt idx="316">
                  <c:v>0</c:v>
                </c:pt>
                <c:pt idx="317">
                  <c:v>9</c:v>
                </c:pt>
                <c:pt idx="318">
                  <c:v>0</c:v>
                </c:pt>
                <c:pt idx="319">
                  <c:v>2</c:v>
                </c:pt>
                <c:pt idx="320">
                  <c:v>23</c:v>
                </c:pt>
                <c:pt idx="321">
                  <c:v>12</c:v>
                </c:pt>
                <c:pt idx="322">
                  <c:v>3</c:v>
                </c:pt>
                <c:pt idx="323">
                  <c:v>1</c:v>
                </c:pt>
                <c:pt idx="324">
                  <c:v>0</c:v>
                </c:pt>
                <c:pt idx="325">
                  <c:v>3</c:v>
                </c:pt>
                <c:pt idx="326">
                  <c:v>3</c:v>
                </c:pt>
                <c:pt idx="327">
                  <c:v>8</c:v>
                </c:pt>
                <c:pt idx="328">
                  <c:v>7</c:v>
                </c:pt>
                <c:pt idx="329">
                  <c:v>4</c:v>
                </c:pt>
                <c:pt idx="330">
                  <c:v>2</c:v>
                </c:pt>
                <c:pt idx="331">
                  <c:v>7</c:v>
                </c:pt>
                <c:pt idx="332">
                  <c:v>0</c:v>
                </c:pt>
                <c:pt idx="333">
                  <c:v>0</c:v>
                </c:pt>
                <c:pt idx="334">
                  <c:v>0</c:v>
                </c:pt>
                <c:pt idx="335">
                  <c:v>16</c:v>
                </c:pt>
                <c:pt idx="336">
                  <c:v>12</c:v>
                </c:pt>
                <c:pt idx="337">
                  <c:v>0</c:v>
                </c:pt>
                <c:pt idx="338">
                  <c:v>7</c:v>
                </c:pt>
                <c:pt idx="339">
                  <c:v>4</c:v>
                </c:pt>
                <c:pt idx="340">
                  <c:v>4</c:v>
                </c:pt>
                <c:pt idx="341">
                  <c:v>0</c:v>
                </c:pt>
                <c:pt idx="342">
                  <c:v>11</c:v>
                </c:pt>
                <c:pt idx="343">
                  <c:v>0</c:v>
                </c:pt>
                <c:pt idx="344">
                  <c:v>4</c:v>
                </c:pt>
                <c:pt idx="345">
                  <c:v>7</c:v>
                </c:pt>
                <c:pt idx="346">
                  <c:v>9</c:v>
                </c:pt>
                <c:pt idx="347">
                  <c:v>0</c:v>
                </c:pt>
                <c:pt idx="348">
                  <c:v>0</c:v>
                </c:pt>
                <c:pt idx="349">
                  <c:v>10</c:v>
                </c:pt>
                <c:pt idx="350">
                  <c:v>8</c:v>
                </c:pt>
                <c:pt idx="351">
                  <c:v>2</c:v>
                </c:pt>
                <c:pt idx="352">
                  <c:v>7</c:v>
                </c:pt>
                <c:pt idx="353">
                  <c:v>4</c:v>
                </c:pt>
                <c:pt idx="354">
                  <c:v>4</c:v>
                </c:pt>
                <c:pt idx="355">
                  <c:v>0</c:v>
                </c:pt>
                <c:pt idx="356">
                  <c:v>4</c:v>
                </c:pt>
                <c:pt idx="357">
                  <c:v>2</c:v>
                </c:pt>
                <c:pt idx="358">
                  <c:v>4</c:v>
                </c:pt>
                <c:pt idx="359">
                  <c:v>0</c:v>
                </c:pt>
                <c:pt idx="360">
                  <c:v>0</c:v>
                </c:pt>
                <c:pt idx="361">
                  <c:v>2</c:v>
                </c:pt>
                <c:pt idx="362">
                  <c:v>0</c:v>
                </c:pt>
                <c:pt idx="363">
                  <c:v>0</c:v>
                </c:pt>
                <c:pt idx="364">
                  <c:v>0</c:v>
                </c:pt>
                <c:pt idx="365">
                  <c:v>4</c:v>
                </c:pt>
                <c:pt idx="366">
                  <c:v>0</c:v>
                </c:pt>
                <c:pt idx="367">
                  <c:v>0</c:v>
                </c:pt>
                <c:pt idx="368">
                  <c:v>0</c:v>
                </c:pt>
                <c:pt idx="369">
                  <c:v>10</c:v>
                </c:pt>
                <c:pt idx="370">
                  <c:v>4</c:v>
                </c:pt>
                <c:pt idx="371">
                  <c:v>3</c:v>
                </c:pt>
                <c:pt idx="372">
                  <c:v>8</c:v>
                </c:pt>
                <c:pt idx="373">
                  <c:v>14</c:v>
                </c:pt>
                <c:pt idx="374">
                  <c:v>0</c:v>
                </c:pt>
                <c:pt idx="375">
                  <c:v>2</c:v>
                </c:pt>
                <c:pt idx="376">
                  <c:v>4</c:v>
                </c:pt>
                <c:pt idx="377">
                  <c:v>4</c:v>
                </c:pt>
                <c:pt idx="378">
                  <c:v>0</c:v>
                </c:pt>
                <c:pt idx="379">
                  <c:v>17</c:v>
                </c:pt>
                <c:pt idx="380">
                  <c:v>4</c:v>
                </c:pt>
                <c:pt idx="381">
                  <c:v>5</c:v>
                </c:pt>
                <c:pt idx="382">
                  <c:v>2</c:v>
                </c:pt>
                <c:pt idx="383">
                  <c:v>0</c:v>
                </c:pt>
                <c:pt idx="384">
                  <c:v>14</c:v>
                </c:pt>
                <c:pt idx="385">
                  <c:v>2</c:v>
                </c:pt>
                <c:pt idx="386">
                  <c:v>7</c:v>
                </c:pt>
                <c:pt idx="387">
                  <c:v>0</c:v>
                </c:pt>
                <c:pt idx="388">
                  <c:v>0</c:v>
                </c:pt>
                <c:pt idx="389">
                  <c:v>0</c:v>
                </c:pt>
                <c:pt idx="390">
                  <c:v>11</c:v>
                </c:pt>
                <c:pt idx="391">
                  <c:v>3</c:v>
                </c:pt>
                <c:pt idx="392">
                  <c:v>3</c:v>
                </c:pt>
                <c:pt idx="393">
                  <c:v>0</c:v>
                </c:pt>
                <c:pt idx="394">
                  <c:v>5</c:v>
                </c:pt>
              </c:numCache>
            </c:numRef>
          </c:xVal>
          <c:yVal>
            <c:numRef>
              <c:f>'Chart Data'!$B$2:$B$396</c:f>
              <c:numCache>
                <c:formatCode>General</c:formatCode>
                <c:ptCount val="395"/>
                <c:pt idx="0">
                  <c:v>6</c:v>
                </c:pt>
                <c:pt idx="1">
                  <c:v>6</c:v>
                </c:pt>
                <c:pt idx="2">
                  <c:v>10</c:v>
                </c:pt>
                <c:pt idx="3">
                  <c:v>15</c:v>
                </c:pt>
                <c:pt idx="4">
                  <c:v>10</c:v>
                </c:pt>
                <c:pt idx="5">
                  <c:v>15</c:v>
                </c:pt>
                <c:pt idx="6">
                  <c:v>11</c:v>
                </c:pt>
                <c:pt idx="7">
                  <c:v>6</c:v>
                </c:pt>
                <c:pt idx="8">
                  <c:v>19</c:v>
                </c:pt>
                <c:pt idx="9">
                  <c:v>15</c:v>
                </c:pt>
                <c:pt idx="10">
                  <c:v>9</c:v>
                </c:pt>
                <c:pt idx="11">
                  <c:v>12</c:v>
                </c:pt>
                <c:pt idx="12">
                  <c:v>14</c:v>
                </c:pt>
                <c:pt idx="13">
                  <c:v>11</c:v>
                </c:pt>
                <c:pt idx="14">
                  <c:v>16</c:v>
                </c:pt>
                <c:pt idx="15">
                  <c:v>14</c:v>
                </c:pt>
                <c:pt idx="16">
                  <c:v>14</c:v>
                </c:pt>
                <c:pt idx="17">
                  <c:v>10</c:v>
                </c:pt>
                <c:pt idx="18">
                  <c:v>5</c:v>
                </c:pt>
                <c:pt idx="19">
                  <c:v>10</c:v>
                </c:pt>
                <c:pt idx="20">
                  <c:v>15</c:v>
                </c:pt>
                <c:pt idx="21">
                  <c:v>15</c:v>
                </c:pt>
                <c:pt idx="22">
                  <c:v>16</c:v>
                </c:pt>
                <c:pt idx="23">
                  <c:v>12</c:v>
                </c:pt>
                <c:pt idx="24">
                  <c:v>8</c:v>
                </c:pt>
                <c:pt idx="25">
                  <c:v>8</c:v>
                </c:pt>
                <c:pt idx="26">
                  <c:v>11</c:v>
                </c:pt>
                <c:pt idx="27">
                  <c:v>15</c:v>
                </c:pt>
                <c:pt idx="28">
                  <c:v>11</c:v>
                </c:pt>
                <c:pt idx="29">
                  <c:v>11</c:v>
                </c:pt>
                <c:pt idx="30">
                  <c:v>12</c:v>
                </c:pt>
                <c:pt idx="31">
                  <c:v>17</c:v>
                </c:pt>
                <c:pt idx="32">
                  <c:v>16</c:v>
                </c:pt>
                <c:pt idx="33">
                  <c:v>12</c:v>
                </c:pt>
                <c:pt idx="34">
                  <c:v>15</c:v>
                </c:pt>
                <c:pt idx="35">
                  <c:v>6</c:v>
                </c:pt>
                <c:pt idx="36">
                  <c:v>18</c:v>
                </c:pt>
                <c:pt idx="37">
                  <c:v>15</c:v>
                </c:pt>
                <c:pt idx="38">
                  <c:v>11</c:v>
                </c:pt>
                <c:pt idx="39">
                  <c:v>13</c:v>
                </c:pt>
                <c:pt idx="40">
                  <c:v>11</c:v>
                </c:pt>
                <c:pt idx="41">
                  <c:v>12</c:v>
                </c:pt>
                <c:pt idx="42">
                  <c:v>18</c:v>
                </c:pt>
                <c:pt idx="43">
                  <c:v>11</c:v>
                </c:pt>
                <c:pt idx="44">
                  <c:v>9</c:v>
                </c:pt>
                <c:pt idx="45">
                  <c:v>6</c:v>
                </c:pt>
                <c:pt idx="46">
                  <c:v>11</c:v>
                </c:pt>
                <c:pt idx="47">
                  <c:v>20</c:v>
                </c:pt>
                <c:pt idx="48">
                  <c:v>14</c:v>
                </c:pt>
                <c:pt idx="49">
                  <c:v>7</c:v>
                </c:pt>
                <c:pt idx="50">
                  <c:v>13</c:v>
                </c:pt>
                <c:pt idx="51">
                  <c:v>13</c:v>
                </c:pt>
                <c:pt idx="52">
                  <c:v>10</c:v>
                </c:pt>
                <c:pt idx="53">
                  <c:v>11</c:v>
                </c:pt>
                <c:pt idx="54">
                  <c:v>13</c:v>
                </c:pt>
                <c:pt idx="55">
                  <c:v>10</c:v>
                </c:pt>
                <c:pt idx="56">
                  <c:v>15</c:v>
                </c:pt>
                <c:pt idx="57">
                  <c:v>15</c:v>
                </c:pt>
                <c:pt idx="58">
                  <c:v>9</c:v>
                </c:pt>
                <c:pt idx="59">
                  <c:v>16</c:v>
                </c:pt>
                <c:pt idx="60">
                  <c:v>11</c:v>
                </c:pt>
                <c:pt idx="61">
                  <c:v>11</c:v>
                </c:pt>
                <c:pt idx="62">
                  <c:v>9</c:v>
                </c:pt>
                <c:pt idx="63">
                  <c:v>9</c:v>
                </c:pt>
                <c:pt idx="64">
                  <c:v>10</c:v>
                </c:pt>
                <c:pt idx="65">
                  <c:v>15</c:v>
                </c:pt>
                <c:pt idx="66">
                  <c:v>12</c:v>
                </c:pt>
                <c:pt idx="67">
                  <c:v>6</c:v>
                </c:pt>
                <c:pt idx="68">
                  <c:v>8</c:v>
                </c:pt>
                <c:pt idx="69">
                  <c:v>16</c:v>
                </c:pt>
                <c:pt idx="70">
                  <c:v>15</c:v>
                </c:pt>
                <c:pt idx="71">
                  <c:v>10</c:v>
                </c:pt>
                <c:pt idx="72">
                  <c:v>5</c:v>
                </c:pt>
                <c:pt idx="73">
                  <c:v>14</c:v>
                </c:pt>
                <c:pt idx="74">
                  <c:v>11</c:v>
                </c:pt>
                <c:pt idx="75">
                  <c:v>10</c:v>
                </c:pt>
                <c:pt idx="76">
                  <c:v>10</c:v>
                </c:pt>
                <c:pt idx="77">
                  <c:v>11</c:v>
                </c:pt>
                <c:pt idx="78">
                  <c:v>10</c:v>
                </c:pt>
                <c:pt idx="79">
                  <c:v>5</c:v>
                </c:pt>
                <c:pt idx="80">
                  <c:v>12</c:v>
                </c:pt>
                <c:pt idx="81">
                  <c:v>11</c:v>
                </c:pt>
                <c:pt idx="82">
                  <c:v>6</c:v>
                </c:pt>
                <c:pt idx="83">
                  <c:v>15</c:v>
                </c:pt>
                <c:pt idx="84">
                  <c:v>10</c:v>
                </c:pt>
                <c:pt idx="85">
                  <c:v>8</c:v>
                </c:pt>
                <c:pt idx="86">
                  <c:v>6</c:v>
                </c:pt>
                <c:pt idx="87">
                  <c:v>14</c:v>
                </c:pt>
                <c:pt idx="88">
                  <c:v>10</c:v>
                </c:pt>
                <c:pt idx="89">
                  <c:v>7</c:v>
                </c:pt>
                <c:pt idx="90">
                  <c:v>8</c:v>
                </c:pt>
                <c:pt idx="91">
                  <c:v>18</c:v>
                </c:pt>
                <c:pt idx="92">
                  <c:v>6</c:v>
                </c:pt>
                <c:pt idx="93">
                  <c:v>10</c:v>
                </c:pt>
                <c:pt idx="94">
                  <c:v>14</c:v>
                </c:pt>
                <c:pt idx="95">
                  <c:v>10</c:v>
                </c:pt>
                <c:pt idx="96">
                  <c:v>15</c:v>
                </c:pt>
                <c:pt idx="97">
                  <c:v>10</c:v>
                </c:pt>
                <c:pt idx="98">
                  <c:v>14</c:v>
                </c:pt>
                <c:pt idx="99">
                  <c:v>8</c:v>
                </c:pt>
                <c:pt idx="100">
                  <c:v>5</c:v>
                </c:pt>
                <c:pt idx="101">
                  <c:v>17</c:v>
                </c:pt>
                <c:pt idx="102">
                  <c:v>14</c:v>
                </c:pt>
                <c:pt idx="103">
                  <c:v>6</c:v>
                </c:pt>
                <c:pt idx="104">
                  <c:v>18</c:v>
                </c:pt>
                <c:pt idx="105">
                  <c:v>11</c:v>
                </c:pt>
                <c:pt idx="106">
                  <c:v>8</c:v>
                </c:pt>
                <c:pt idx="107">
                  <c:v>18</c:v>
                </c:pt>
                <c:pt idx="108">
                  <c:v>13</c:v>
                </c:pt>
                <c:pt idx="109">
                  <c:v>16</c:v>
                </c:pt>
                <c:pt idx="110">
                  <c:v>19</c:v>
                </c:pt>
                <c:pt idx="111">
                  <c:v>10</c:v>
                </c:pt>
                <c:pt idx="112">
                  <c:v>13</c:v>
                </c:pt>
                <c:pt idx="113">
                  <c:v>19</c:v>
                </c:pt>
                <c:pt idx="114">
                  <c:v>9</c:v>
                </c:pt>
                <c:pt idx="115">
                  <c:v>16</c:v>
                </c:pt>
                <c:pt idx="116">
                  <c:v>14</c:v>
                </c:pt>
                <c:pt idx="117">
                  <c:v>13</c:v>
                </c:pt>
                <c:pt idx="118">
                  <c:v>8</c:v>
                </c:pt>
                <c:pt idx="119">
                  <c:v>13</c:v>
                </c:pt>
                <c:pt idx="120">
                  <c:v>15</c:v>
                </c:pt>
                <c:pt idx="121">
                  <c:v>15</c:v>
                </c:pt>
                <c:pt idx="122">
                  <c:v>13</c:v>
                </c:pt>
                <c:pt idx="123">
                  <c:v>13</c:v>
                </c:pt>
                <c:pt idx="124">
                  <c:v>8</c:v>
                </c:pt>
                <c:pt idx="125">
                  <c:v>12</c:v>
                </c:pt>
                <c:pt idx="126">
                  <c:v>11</c:v>
                </c:pt>
                <c:pt idx="127">
                  <c:v>9</c:v>
                </c:pt>
                <c:pt idx="128">
                  <c:v>0</c:v>
                </c:pt>
                <c:pt idx="129">
                  <c:v>18</c:v>
                </c:pt>
                <c:pt idx="130">
                  <c:v>0</c:v>
                </c:pt>
                <c:pt idx="131">
                  <c:v>0</c:v>
                </c:pt>
                <c:pt idx="132">
                  <c:v>12</c:v>
                </c:pt>
                <c:pt idx="133">
                  <c:v>11</c:v>
                </c:pt>
                <c:pt idx="134">
                  <c:v>0</c:v>
                </c:pt>
                <c:pt idx="135">
                  <c:v>0</c:v>
                </c:pt>
                <c:pt idx="136">
                  <c:v>0</c:v>
                </c:pt>
                <c:pt idx="137">
                  <c:v>0</c:v>
                </c:pt>
                <c:pt idx="138">
                  <c:v>12</c:v>
                </c:pt>
                <c:pt idx="139">
                  <c:v>15</c:v>
                </c:pt>
                <c:pt idx="140">
                  <c:v>0</c:v>
                </c:pt>
                <c:pt idx="141">
                  <c:v>9</c:v>
                </c:pt>
                <c:pt idx="142">
                  <c:v>11</c:v>
                </c:pt>
                <c:pt idx="143">
                  <c:v>13</c:v>
                </c:pt>
                <c:pt idx="144">
                  <c:v>0</c:v>
                </c:pt>
                <c:pt idx="145">
                  <c:v>11</c:v>
                </c:pt>
                <c:pt idx="146">
                  <c:v>0</c:v>
                </c:pt>
                <c:pt idx="147">
                  <c:v>11</c:v>
                </c:pt>
                <c:pt idx="148">
                  <c:v>0</c:v>
                </c:pt>
                <c:pt idx="149">
                  <c:v>10</c:v>
                </c:pt>
                <c:pt idx="150">
                  <c:v>0</c:v>
                </c:pt>
                <c:pt idx="151">
                  <c:v>14</c:v>
                </c:pt>
                <c:pt idx="152">
                  <c:v>10</c:v>
                </c:pt>
                <c:pt idx="153">
                  <c:v>0</c:v>
                </c:pt>
                <c:pt idx="154">
                  <c:v>12</c:v>
                </c:pt>
                <c:pt idx="155">
                  <c:v>8</c:v>
                </c:pt>
                <c:pt idx="156">
                  <c:v>13</c:v>
                </c:pt>
                <c:pt idx="157">
                  <c:v>10</c:v>
                </c:pt>
                <c:pt idx="158">
                  <c:v>15</c:v>
                </c:pt>
                <c:pt idx="159">
                  <c:v>12</c:v>
                </c:pt>
                <c:pt idx="160">
                  <c:v>0</c:v>
                </c:pt>
                <c:pt idx="161">
                  <c:v>7</c:v>
                </c:pt>
                <c:pt idx="162">
                  <c:v>0</c:v>
                </c:pt>
                <c:pt idx="163">
                  <c:v>10</c:v>
                </c:pt>
                <c:pt idx="164">
                  <c:v>7</c:v>
                </c:pt>
                <c:pt idx="165">
                  <c:v>12</c:v>
                </c:pt>
                <c:pt idx="166">
                  <c:v>10</c:v>
                </c:pt>
                <c:pt idx="167">
                  <c:v>16</c:v>
                </c:pt>
                <c:pt idx="168">
                  <c:v>0</c:v>
                </c:pt>
                <c:pt idx="169">
                  <c:v>14</c:v>
                </c:pt>
                <c:pt idx="170">
                  <c:v>0</c:v>
                </c:pt>
                <c:pt idx="171">
                  <c:v>16</c:v>
                </c:pt>
                <c:pt idx="172">
                  <c:v>10</c:v>
                </c:pt>
                <c:pt idx="173">
                  <c:v>0</c:v>
                </c:pt>
                <c:pt idx="174">
                  <c:v>9</c:v>
                </c:pt>
                <c:pt idx="175">
                  <c:v>9</c:v>
                </c:pt>
                <c:pt idx="176">
                  <c:v>11</c:v>
                </c:pt>
                <c:pt idx="177">
                  <c:v>6</c:v>
                </c:pt>
                <c:pt idx="178">
                  <c:v>9</c:v>
                </c:pt>
                <c:pt idx="179">
                  <c:v>11</c:v>
                </c:pt>
                <c:pt idx="180">
                  <c:v>8</c:v>
                </c:pt>
                <c:pt idx="181">
                  <c:v>12</c:v>
                </c:pt>
                <c:pt idx="182">
                  <c:v>17</c:v>
                </c:pt>
                <c:pt idx="183">
                  <c:v>8</c:v>
                </c:pt>
                <c:pt idx="184">
                  <c:v>12</c:v>
                </c:pt>
                <c:pt idx="185">
                  <c:v>11</c:v>
                </c:pt>
                <c:pt idx="186">
                  <c:v>11</c:v>
                </c:pt>
                <c:pt idx="187">
                  <c:v>15</c:v>
                </c:pt>
                <c:pt idx="188">
                  <c:v>9</c:v>
                </c:pt>
                <c:pt idx="189">
                  <c:v>10</c:v>
                </c:pt>
                <c:pt idx="190">
                  <c:v>13</c:v>
                </c:pt>
                <c:pt idx="191">
                  <c:v>9</c:v>
                </c:pt>
                <c:pt idx="192">
                  <c:v>8</c:v>
                </c:pt>
                <c:pt idx="193">
                  <c:v>10</c:v>
                </c:pt>
                <c:pt idx="194">
                  <c:v>14</c:v>
                </c:pt>
                <c:pt idx="195">
                  <c:v>15</c:v>
                </c:pt>
                <c:pt idx="196">
                  <c:v>16</c:v>
                </c:pt>
                <c:pt idx="197">
                  <c:v>10</c:v>
                </c:pt>
                <c:pt idx="198">
                  <c:v>18</c:v>
                </c:pt>
                <c:pt idx="199">
                  <c:v>10</c:v>
                </c:pt>
                <c:pt idx="200">
                  <c:v>16</c:v>
                </c:pt>
                <c:pt idx="201">
                  <c:v>10</c:v>
                </c:pt>
                <c:pt idx="202">
                  <c:v>10</c:v>
                </c:pt>
                <c:pt idx="203">
                  <c:v>6</c:v>
                </c:pt>
                <c:pt idx="204">
                  <c:v>11</c:v>
                </c:pt>
                <c:pt idx="205">
                  <c:v>9</c:v>
                </c:pt>
                <c:pt idx="206">
                  <c:v>7</c:v>
                </c:pt>
                <c:pt idx="207">
                  <c:v>13</c:v>
                </c:pt>
                <c:pt idx="208">
                  <c:v>10</c:v>
                </c:pt>
                <c:pt idx="209">
                  <c:v>7</c:v>
                </c:pt>
                <c:pt idx="210">
                  <c:v>8</c:v>
                </c:pt>
                <c:pt idx="211">
                  <c:v>13</c:v>
                </c:pt>
                <c:pt idx="212">
                  <c:v>14</c:v>
                </c:pt>
                <c:pt idx="213">
                  <c:v>8</c:v>
                </c:pt>
                <c:pt idx="214">
                  <c:v>10</c:v>
                </c:pt>
                <c:pt idx="215">
                  <c:v>15</c:v>
                </c:pt>
                <c:pt idx="216">
                  <c:v>4</c:v>
                </c:pt>
                <c:pt idx="217">
                  <c:v>8</c:v>
                </c:pt>
                <c:pt idx="218">
                  <c:v>8</c:v>
                </c:pt>
                <c:pt idx="219">
                  <c:v>10</c:v>
                </c:pt>
                <c:pt idx="220">
                  <c:v>6</c:v>
                </c:pt>
                <c:pt idx="221">
                  <c:v>0</c:v>
                </c:pt>
                <c:pt idx="222">
                  <c:v>17</c:v>
                </c:pt>
                <c:pt idx="223">
                  <c:v>13</c:v>
                </c:pt>
                <c:pt idx="224">
                  <c:v>14</c:v>
                </c:pt>
                <c:pt idx="225">
                  <c:v>7</c:v>
                </c:pt>
                <c:pt idx="226">
                  <c:v>15</c:v>
                </c:pt>
                <c:pt idx="227">
                  <c:v>12</c:v>
                </c:pt>
                <c:pt idx="228">
                  <c:v>9</c:v>
                </c:pt>
                <c:pt idx="229">
                  <c:v>12</c:v>
                </c:pt>
                <c:pt idx="230">
                  <c:v>14</c:v>
                </c:pt>
                <c:pt idx="231">
                  <c:v>11</c:v>
                </c:pt>
                <c:pt idx="232">
                  <c:v>9</c:v>
                </c:pt>
                <c:pt idx="233">
                  <c:v>13</c:v>
                </c:pt>
                <c:pt idx="234">
                  <c:v>6</c:v>
                </c:pt>
                <c:pt idx="235">
                  <c:v>10</c:v>
                </c:pt>
                <c:pt idx="236">
                  <c:v>13</c:v>
                </c:pt>
                <c:pt idx="237">
                  <c:v>12</c:v>
                </c:pt>
                <c:pt idx="238">
                  <c:v>11</c:v>
                </c:pt>
                <c:pt idx="239">
                  <c:v>0</c:v>
                </c:pt>
                <c:pt idx="240">
                  <c:v>12</c:v>
                </c:pt>
                <c:pt idx="241">
                  <c:v>12</c:v>
                </c:pt>
                <c:pt idx="242">
                  <c:v>0</c:v>
                </c:pt>
                <c:pt idx="243">
                  <c:v>12</c:v>
                </c:pt>
                <c:pt idx="244">
                  <c:v>0</c:v>
                </c:pt>
                <c:pt idx="245">
                  <c:v>18</c:v>
                </c:pt>
                <c:pt idx="246">
                  <c:v>13</c:v>
                </c:pt>
                <c:pt idx="247">
                  <c:v>8</c:v>
                </c:pt>
                <c:pt idx="248">
                  <c:v>5</c:v>
                </c:pt>
                <c:pt idx="249">
                  <c:v>15</c:v>
                </c:pt>
                <c:pt idx="250">
                  <c:v>8</c:v>
                </c:pt>
                <c:pt idx="251">
                  <c:v>10</c:v>
                </c:pt>
                <c:pt idx="252">
                  <c:v>8</c:v>
                </c:pt>
                <c:pt idx="253">
                  <c:v>8</c:v>
                </c:pt>
                <c:pt idx="254">
                  <c:v>12</c:v>
                </c:pt>
                <c:pt idx="255">
                  <c:v>8</c:v>
                </c:pt>
                <c:pt idx="256">
                  <c:v>13</c:v>
                </c:pt>
                <c:pt idx="257">
                  <c:v>11</c:v>
                </c:pt>
                <c:pt idx="258">
                  <c:v>14</c:v>
                </c:pt>
                <c:pt idx="259">
                  <c:v>0</c:v>
                </c:pt>
                <c:pt idx="260">
                  <c:v>18</c:v>
                </c:pt>
                <c:pt idx="261">
                  <c:v>8</c:v>
                </c:pt>
                <c:pt idx="262">
                  <c:v>12</c:v>
                </c:pt>
                <c:pt idx="263">
                  <c:v>9</c:v>
                </c:pt>
                <c:pt idx="264">
                  <c:v>0</c:v>
                </c:pt>
                <c:pt idx="265">
                  <c:v>17</c:v>
                </c:pt>
                <c:pt idx="266">
                  <c:v>10</c:v>
                </c:pt>
                <c:pt idx="267">
                  <c:v>11</c:v>
                </c:pt>
                <c:pt idx="268">
                  <c:v>10</c:v>
                </c:pt>
                <c:pt idx="269">
                  <c:v>0</c:v>
                </c:pt>
                <c:pt idx="270">
                  <c:v>9</c:v>
                </c:pt>
                <c:pt idx="271">
                  <c:v>14</c:v>
                </c:pt>
                <c:pt idx="272">
                  <c:v>11</c:v>
                </c:pt>
                <c:pt idx="273">
                  <c:v>14</c:v>
                </c:pt>
                <c:pt idx="274">
                  <c:v>10</c:v>
                </c:pt>
                <c:pt idx="275">
                  <c:v>12</c:v>
                </c:pt>
                <c:pt idx="276">
                  <c:v>9</c:v>
                </c:pt>
                <c:pt idx="277">
                  <c:v>9</c:v>
                </c:pt>
                <c:pt idx="278">
                  <c:v>8</c:v>
                </c:pt>
                <c:pt idx="279">
                  <c:v>10</c:v>
                </c:pt>
                <c:pt idx="280">
                  <c:v>8</c:v>
                </c:pt>
                <c:pt idx="281">
                  <c:v>10</c:v>
                </c:pt>
                <c:pt idx="282">
                  <c:v>12</c:v>
                </c:pt>
                <c:pt idx="283">
                  <c:v>10</c:v>
                </c:pt>
                <c:pt idx="284">
                  <c:v>11</c:v>
                </c:pt>
                <c:pt idx="285">
                  <c:v>11</c:v>
                </c:pt>
                <c:pt idx="286">
                  <c:v>19</c:v>
                </c:pt>
                <c:pt idx="287">
                  <c:v>12</c:v>
                </c:pt>
                <c:pt idx="288">
                  <c:v>14</c:v>
                </c:pt>
                <c:pt idx="289">
                  <c:v>15</c:v>
                </c:pt>
                <c:pt idx="290">
                  <c:v>11</c:v>
                </c:pt>
                <c:pt idx="291">
                  <c:v>15</c:v>
                </c:pt>
                <c:pt idx="292">
                  <c:v>13</c:v>
                </c:pt>
                <c:pt idx="293">
                  <c:v>18</c:v>
                </c:pt>
                <c:pt idx="294">
                  <c:v>14</c:v>
                </c:pt>
                <c:pt idx="295">
                  <c:v>11</c:v>
                </c:pt>
                <c:pt idx="296">
                  <c:v>0</c:v>
                </c:pt>
                <c:pt idx="297">
                  <c:v>8</c:v>
                </c:pt>
                <c:pt idx="298">
                  <c:v>14</c:v>
                </c:pt>
                <c:pt idx="299">
                  <c:v>16</c:v>
                </c:pt>
                <c:pt idx="300">
                  <c:v>11</c:v>
                </c:pt>
                <c:pt idx="301">
                  <c:v>10</c:v>
                </c:pt>
                <c:pt idx="302">
                  <c:v>14</c:v>
                </c:pt>
                <c:pt idx="303">
                  <c:v>18</c:v>
                </c:pt>
                <c:pt idx="304">
                  <c:v>13</c:v>
                </c:pt>
                <c:pt idx="305">
                  <c:v>12</c:v>
                </c:pt>
                <c:pt idx="306">
                  <c:v>18</c:v>
                </c:pt>
                <c:pt idx="307">
                  <c:v>8</c:v>
                </c:pt>
                <c:pt idx="308">
                  <c:v>12</c:v>
                </c:pt>
                <c:pt idx="309">
                  <c:v>10</c:v>
                </c:pt>
                <c:pt idx="310">
                  <c:v>0</c:v>
                </c:pt>
                <c:pt idx="311">
                  <c:v>13</c:v>
                </c:pt>
                <c:pt idx="312">
                  <c:v>11</c:v>
                </c:pt>
                <c:pt idx="313">
                  <c:v>11</c:v>
                </c:pt>
                <c:pt idx="314">
                  <c:v>13</c:v>
                </c:pt>
                <c:pt idx="315">
                  <c:v>11</c:v>
                </c:pt>
                <c:pt idx="316">
                  <c:v>0</c:v>
                </c:pt>
                <c:pt idx="317">
                  <c:v>9</c:v>
                </c:pt>
                <c:pt idx="318">
                  <c:v>10</c:v>
                </c:pt>
                <c:pt idx="319">
                  <c:v>11</c:v>
                </c:pt>
                <c:pt idx="320">
                  <c:v>13</c:v>
                </c:pt>
                <c:pt idx="321">
                  <c:v>9</c:v>
                </c:pt>
                <c:pt idx="322">
                  <c:v>11</c:v>
                </c:pt>
                <c:pt idx="323">
                  <c:v>15</c:v>
                </c:pt>
                <c:pt idx="324">
                  <c:v>15</c:v>
                </c:pt>
                <c:pt idx="325">
                  <c:v>11</c:v>
                </c:pt>
                <c:pt idx="326">
                  <c:v>16</c:v>
                </c:pt>
                <c:pt idx="327">
                  <c:v>10</c:v>
                </c:pt>
                <c:pt idx="328">
                  <c:v>9</c:v>
                </c:pt>
                <c:pt idx="329">
                  <c:v>14</c:v>
                </c:pt>
                <c:pt idx="330">
                  <c:v>8</c:v>
                </c:pt>
                <c:pt idx="331">
                  <c:v>14</c:v>
                </c:pt>
                <c:pt idx="332">
                  <c:v>0</c:v>
                </c:pt>
                <c:pt idx="333">
                  <c:v>0</c:v>
                </c:pt>
                <c:pt idx="334">
                  <c:v>0</c:v>
                </c:pt>
                <c:pt idx="335">
                  <c:v>15</c:v>
                </c:pt>
                <c:pt idx="336">
                  <c:v>13</c:v>
                </c:pt>
                <c:pt idx="337">
                  <c:v>0</c:v>
                </c:pt>
                <c:pt idx="338">
                  <c:v>17</c:v>
                </c:pt>
                <c:pt idx="339">
                  <c:v>10</c:v>
                </c:pt>
                <c:pt idx="340">
                  <c:v>11</c:v>
                </c:pt>
                <c:pt idx="341">
                  <c:v>0</c:v>
                </c:pt>
                <c:pt idx="342">
                  <c:v>15</c:v>
                </c:pt>
                <c:pt idx="343">
                  <c:v>0</c:v>
                </c:pt>
                <c:pt idx="344">
                  <c:v>10</c:v>
                </c:pt>
                <c:pt idx="345">
                  <c:v>14</c:v>
                </c:pt>
                <c:pt idx="346">
                  <c:v>16</c:v>
                </c:pt>
                <c:pt idx="347">
                  <c:v>9</c:v>
                </c:pt>
                <c:pt idx="348">
                  <c:v>15</c:v>
                </c:pt>
                <c:pt idx="349">
                  <c:v>13</c:v>
                </c:pt>
                <c:pt idx="350">
                  <c:v>8</c:v>
                </c:pt>
                <c:pt idx="351">
                  <c:v>13</c:v>
                </c:pt>
                <c:pt idx="352">
                  <c:v>8</c:v>
                </c:pt>
                <c:pt idx="353">
                  <c:v>8</c:v>
                </c:pt>
                <c:pt idx="354">
                  <c:v>11</c:v>
                </c:pt>
                <c:pt idx="355">
                  <c:v>9</c:v>
                </c:pt>
                <c:pt idx="356">
                  <c:v>13</c:v>
                </c:pt>
                <c:pt idx="357">
                  <c:v>11</c:v>
                </c:pt>
                <c:pt idx="358">
                  <c:v>10</c:v>
                </c:pt>
                <c:pt idx="359">
                  <c:v>16</c:v>
                </c:pt>
                <c:pt idx="360">
                  <c:v>13</c:v>
                </c:pt>
                <c:pt idx="361">
                  <c:v>12</c:v>
                </c:pt>
                <c:pt idx="362">
                  <c:v>10</c:v>
                </c:pt>
                <c:pt idx="363">
                  <c:v>15</c:v>
                </c:pt>
                <c:pt idx="364">
                  <c:v>12</c:v>
                </c:pt>
                <c:pt idx="365">
                  <c:v>10</c:v>
                </c:pt>
                <c:pt idx="366">
                  <c:v>13</c:v>
                </c:pt>
                <c:pt idx="367">
                  <c:v>0</c:v>
                </c:pt>
                <c:pt idx="368">
                  <c:v>10</c:v>
                </c:pt>
                <c:pt idx="369">
                  <c:v>11</c:v>
                </c:pt>
                <c:pt idx="370">
                  <c:v>9</c:v>
                </c:pt>
                <c:pt idx="371">
                  <c:v>12</c:v>
                </c:pt>
                <c:pt idx="372">
                  <c:v>11</c:v>
                </c:pt>
                <c:pt idx="373">
                  <c:v>5</c:v>
                </c:pt>
                <c:pt idx="374">
                  <c:v>19</c:v>
                </c:pt>
                <c:pt idx="375">
                  <c:v>10</c:v>
                </c:pt>
                <c:pt idx="376">
                  <c:v>15</c:v>
                </c:pt>
                <c:pt idx="377">
                  <c:v>10</c:v>
                </c:pt>
                <c:pt idx="378">
                  <c:v>15</c:v>
                </c:pt>
                <c:pt idx="379">
                  <c:v>10</c:v>
                </c:pt>
                <c:pt idx="380">
                  <c:v>14</c:v>
                </c:pt>
                <c:pt idx="381">
                  <c:v>7</c:v>
                </c:pt>
                <c:pt idx="382">
                  <c:v>10</c:v>
                </c:pt>
                <c:pt idx="383">
                  <c:v>0</c:v>
                </c:pt>
                <c:pt idx="384">
                  <c:v>5</c:v>
                </c:pt>
                <c:pt idx="385">
                  <c:v>10</c:v>
                </c:pt>
                <c:pt idx="386">
                  <c:v>6</c:v>
                </c:pt>
                <c:pt idx="387">
                  <c:v>0</c:v>
                </c:pt>
                <c:pt idx="388">
                  <c:v>8</c:v>
                </c:pt>
                <c:pt idx="389">
                  <c:v>0</c:v>
                </c:pt>
                <c:pt idx="390">
                  <c:v>9</c:v>
                </c:pt>
                <c:pt idx="391">
                  <c:v>16</c:v>
                </c:pt>
                <c:pt idx="392">
                  <c:v>7</c:v>
                </c:pt>
                <c:pt idx="393">
                  <c:v>10</c:v>
                </c:pt>
                <c:pt idx="394">
                  <c:v>9</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Final grade G3</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Recorded absences</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7455D8"/>
            </a:solidFill>
          </c:spPr>
          <c:invertIfNegative val="0"/>
          <c:cat>
            <c:strRef>
              <c:f>'Chart Data'!$A$2:$A$5</c:f>
              <c:strCache>
                <c:ptCount val="4"/>
                <c:pt idx="0">
                  <c:v>&lt;2 h</c:v>
                </c:pt>
                <c:pt idx="1">
                  <c:v>2-5 h</c:v>
                </c:pt>
                <c:pt idx="2">
                  <c:v>5-10 h</c:v>
                </c:pt>
                <c:pt idx="3">
                  <c:v>&gt;10 h</c:v>
                </c:pt>
              </c:strCache>
            </c:strRef>
          </c:cat>
          <c:val>
            <c:numRef>
              <c:f>'Chart Data'!$B$2:$B$5</c:f>
              <c:numCache>
                <c:formatCode>General</c:formatCode>
                <c:ptCount val="4"/>
                <c:pt idx="0">
                  <c:v>10.04761905</c:v>
                </c:pt>
                <c:pt idx="1">
                  <c:v>10.17171717</c:v>
                </c:pt>
                <c:pt idx="2">
                  <c:v>11.4</c:v>
                </c:pt>
                <c:pt idx="3">
                  <c:v>11.25925926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089"/>
                </a:solidFill>
                <a:latin typeface="DejaVu Sans"/>
                <a:ea typeface="DejaVu Sans"/>
                <a:cs typeface="DejaVu Sans"/>
              </a:defRPr>
            </a:pPr>
          </a:p>
        </c:txPr>
        <c:crossAx val="48672768"/>
      </c:catAx>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Mean final grade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Pearson r with G3</c:v>
          </c:tx>
          <c:spPr>
            <a:solidFill xmlns:a="http://schemas.openxmlformats.org/drawingml/2006/main">
              <a:srgbClr val="3184E8"/>
            </a:solidFill>
          </c:spPr>
          <c:invertIfNegative val="0"/>
          <c:cat>
            <c:strRef>
              <c:f>'Chart Data'!$A$2:$A$6</c:f>
              <c:strCache>
                <c:ptCount val="5"/>
                <c:pt idx="0">
                  <c:v>Absences</c:v>
                </c:pt>
                <c:pt idx="1">
                  <c:v>Studytime</c:v>
                </c:pt>
                <c:pt idx="2">
                  <c:v>Failures</c:v>
                </c:pt>
                <c:pt idx="3">
                  <c:v>G1</c:v>
                </c:pt>
                <c:pt idx="4">
                  <c:v>G2</c:v>
                </c:pt>
              </c:strCache>
            </c:strRef>
          </c:cat>
          <c:val>
            <c:numRef>
              <c:f>'Chart Data'!$B$2:$B$6</c:f>
              <c:numCache>
                <c:formatCode>0.0</c:formatCode>
                <c:ptCount val="5"/>
                <c:pt idx="0">
                  <c:v>0.03424732</c:v>
                </c:pt>
                <c:pt idx="1">
                  <c:v>0.09781969</c:v>
                </c:pt>
                <c:pt idx="2">
                  <c:v>-0.36041494</c:v>
                </c:pt>
                <c:pt idx="3">
                  <c:v>0.80146793</c:v>
                </c:pt>
                <c:pt idx="4">
                  <c:v>0.90486799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1"/>
          <c:min val="-1"/>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Pearson r</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G1 vs G3</c:v>
          </c:tx>
          <c:spPr>
            <a:ln xmlns:a="http://schemas.openxmlformats.org/drawingml/2006/main" w="0">
              <a:noFill/>
              <a:prstDash val="solid"/>
            </a:ln>
          </c:spPr>
          <c:marker>
            <c:symbol val="circle"/>
            <c:size val="4"/>
            <c:spPr>
              <a:solidFill xmlns:a="http://schemas.openxmlformats.org/drawingml/2006/main">
                <a:srgbClr val="7455D8"/>
              </a:solidFill>
            </c:spPr>
          </c:marker>
          <c:xVal>
            <c:numRef>
              <c:f>'Chart Data'!$A$2:$A$396</c:f>
              <c:numCache>
                <c:formatCode>General</c:formatCode>
                <c:ptCount val="395"/>
                <c:pt idx="0">
                  <c:v>5</c:v>
                </c:pt>
                <c:pt idx="1">
                  <c:v>5</c:v>
                </c:pt>
                <c:pt idx="2">
                  <c:v>7</c:v>
                </c:pt>
                <c:pt idx="3">
                  <c:v>15</c:v>
                </c:pt>
                <c:pt idx="4">
                  <c:v>6</c:v>
                </c:pt>
                <c:pt idx="5">
                  <c:v>15</c:v>
                </c:pt>
                <c:pt idx="6">
                  <c:v>12</c:v>
                </c:pt>
                <c:pt idx="7">
                  <c:v>6</c:v>
                </c:pt>
                <c:pt idx="8">
                  <c:v>16</c:v>
                </c:pt>
                <c:pt idx="9">
                  <c:v>14</c:v>
                </c:pt>
                <c:pt idx="10">
                  <c:v>10</c:v>
                </c:pt>
                <c:pt idx="11">
                  <c:v>10</c:v>
                </c:pt>
                <c:pt idx="12">
                  <c:v>14</c:v>
                </c:pt>
                <c:pt idx="13">
                  <c:v>10</c:v>
                </c:pt>
                <c:pt idx="14">
                  <c:v>14</c:v>
                </c:pt>
                <c:pt idx="15">
                  <c:v>14</c:v>
                </c:pt>
                <c:pt idx="16">
                  <c:v>13</c:v>
                </c:pt>
                <c:pt idx="17">
                  <c:v>8</c:v>
                </c:pt>
                <c:pt idx="18">
                  <c:v>6</c:v>
                </c:pt>
                <c:pt idx="19">
                  <c:v>8</c:v>
                </c:pt>
                <c:pt idx="20">
                  <c:v>13</c:v>
                </c:pt>
                <c:pt idx="21">
                  <c:v>12</c:v>
                </c:pt>
                <c:pt idx="22">
                  <c:v>15</c:v>
                </c:pt>
                <c:pt idx="23">
                  <c:v>13</c:v>
                </c:pt>
                <c:pt idx="24">
                  <c:v>10</c:v>
                </c:pt>
                <c:pt idx="25">
                  <c:v>6</c:v>
                </c:pt>
                <c:pt idx="26">
                  <c:v>12</c:v>
                </c:pt>
                <c:pt idx="27">
                  <c:v>15</c:v>
                </c:pt>
                <c:pt idx="28">
                  <c:v>11</c:v>
                </c:pt>
                <c:pt idx="29">
                  <c:v>10</c:v>
                </c:pt>
                <c:pt idx="30">
                  <c:v>9</c:v>
                </c:pt>
                <c:pt idx="31">
                  <c:v>17</c:v>
                </c:pt>
                <c:pt idx="32">
                  <c:v>17</c:v>
                </c:pt>
                <c:pt idx="33">
                  <c:v>8</c:v>
                </c:pt>
                <c:pt idx="34">
                  <c:v>12</c:v>
                </c:pt>
                <c:pt idx="35">
                  <c:v>8</c:v>
                </c:pt>
                <c:pt idx="36">
                  <c:v>15</c:v>
                </c:pt>
                <c:pt idx="37">
                  <c:v>15</c:v>
                </c:pt>
                <c:pt idx="38">
                  <c:v>12</c:v>
                </c:pt>
                <c:pt idx="39">
                  <c:v>14</c:v>
                </c:pt>
                <c:pt idx="40">
                  <c:v>7</c:v>
                </c:pt>
                <c:pt idx="41">
                  <c:v>12</c:v>
                </c:pt>
                <c:pt idx="42">
                  <c:v>19</c:v>
                </c:pt>
                <c:pt idx="43">
                  <c:v>8</c:v>
                </c:pt>
                <c:pt idx="44">
                  <c:v>10</c:v>
                </c:pt>
                <c:pt idx="45">
                  <c:v>8</c:v>
                </c:pt>
                <c:pt idx="46">
                  <c:v>11</c:v>
                </c:pt>
                <c:pt idx="47">
                  <c:v>19</c:v>
                </c:pt>
                <c:pt idx="48">
                  <c:v>15</c:v>
                </c:pt>
                <c:pt idx="49">
                  <c:v>7</c:v>
                </c:pt>
                <c:pt idx="50">
                  <c:v>12</c:v>
                </c:pt>
                <c:pt idx="51">
                  <c:v>11</c:v>
                </c:pt>
                <c:pt idx="52">
                  <c:v>11</c:v>
                </c:pt>
                <c:pt idx="53">
                  <c:v>8</c:v>
                </c:pt>
                <c:pt idx="54">
                  <c:v>10</c:v>
                </c:pt>
                <c:pt idx="55">
                  <c:v>8</c:v>
                </c:pt>
                <c:pt idx="56">
                  <c:v>14</c:v>
                </c:pt>
                <c:pt idx="57">
                  <c:v>14</c:v>
                </c:pt>
                <c:pt idx="58">
                  <c:v>9</c:v>
                </c:pt>
                <c:pt idx="59">
                  <c:v>15</c:v>
                </c:pt>
                <c:pt idx="60">
                  <c:v>10</c:v>
                </c:pt>
                <c:pt idx="61">
                  <c:v>10</c:v>
                </c:pt>
                <c:pt idx="62">
                  <c:v>8</c:v>
                </c:pt>
                <c:pt idx="63">
                  <c:v>10</c:v>
                </c:pt>
                <c:pt idx="64">
                  <c:v>10</c:v>
                </c:pt>
                <c:pt idx="65">
                  <c:v>16</c:v>
                </c:pt>
                <c:pt idx="66">
                  <c:v>13</c:v>
                </c:pt>
                <c:pt idx="67">
                  <c:v>7</c:v>
                </c:pt>
                <c:pt idx="68">
                  <c:v>8</c:v>
                </c:pt>
                <c:pt idx="69">
                  <c:v>16</c:v>
                </c:pt>
                <c:pt idx="70">
                  <c:v>13</c:v>
                </c:pt>
                <c:pt idx="71">
                  <c:v>10</c:v>
                </c:pt>
                <c:pt idx="72">
                  <c:v>8</c:v>
                </c:pt>
                <c:pt idx="73">
                  <c:v>12</c:v>
                </c:pt>
                <c:pt idx="74">
                  <c:v>11</c:v>
                </c:pt>
                <c:pt idx="75">
                  <c:v>9</c:v>
                </c:pt>
                <c:pt idx="76">
                  <c:v>11</c:v>
                </c:pt>
                <c:pt idx="77">
                  <c:v>11</c:v>
                </c:pt>
                <c:pt idx="78">
                  <c:v>8</c:v>
                </c:pt>
                <c:pt idx="79">
                  <c:v>5</c:v>
                </c:pt>
                <c:pt idx="80">
                  <c:v>10</c:v>
                </c:pt>
                <c:pt idx="81">
                  <c:v>11</c:v>
                </c:pt>
                <c:pt idx="82">
                  <c:v>7</c:v>
                </c:pt>
                <c:pt idx="83">
                  <c:v>15</c:v>
                </c:pt>
                <c:pt idx="84">
                  <c:v>9</c:v>
                </c:pt>
                <c:pt idx="85">
                  <c:v>7</c:v>
                </c:pt>
                <c:pt idx="86">
                  <c:v>8</c:v>
                </c:pt>
                <c:pt idx="87">
                  <c:v>13</c:v>
                </c:pt>
                <c:pt idx="88">
                  <c:v>11</c:v>
                </c:pt>
                <c:pt idx="89">
                  <c:v>8</c:v>
                </c:pt>
                <c:pt idx="90">
                  <c:v>7</c:v>
                </c:pt>
                <c:pt idx="91">
                  <c:v>16</c:v>
                </c:pt>
                <c:pt idx="92">
                  <c:v>7</c:v>
                </c:pt>
                <c:pt idx="93">
                  <c:v>11</c:v>
                </c:pt>
                <c:pt idx="94">
                  <c:v>11</c:v>
                </c:pt>
                <c:pt idx="95">
                  <c:v>7</c:v>
                </c:pt>
                <c:pt idx="96">
                  <c:v>11</c:v>
                </c:pt>
                <c:pt idx="97">
                  <c:v>8</c:v>
                </c:pt>
                <c:pt idx="98">
                  <c:v>11</c:v>
                </c:pt>
                <c:pt idx="99">
                  <c:v>7</c:v>
                </c:pt>
                <c:pt idx="100">
                  <c:v>7</c:v>
                </c:pt>
                <c:pt idx="101">
                  <c:v>16</c:v>
                </c:pt>
                <c:pt idx="102">
                  <c:v>10</c:v>
                </c:pt>
                <c:pt idx="103">
                  <c:v>7</c:v>
                </c:pt>
                <c:pt idx="104">
                  <c:v>16</c:v>
                </c:pt>
                <c:pt idx="105">
                  <c:v>10</c:v>
                </c:pt>
                <c:pt idx="106">
                  <c:v>7</c:v>
                </c:pt>
                <c:pt idx="107">
                  <c:v>16</c:v>
                </c:pt>
                <c:pt idx="108">
                  <c:v>10</c:v>
                </c:pt>
                <c:pt idx="109">
                  <c:v>14</c:v>
                </c:pt>
                <c:pt idx="110">
                  <c:v>18</c:v>
                </c:pt>
                <c:pt idx="111">
                  <c:v>7</c:v>
                </c:pt>
                <c:pt idx="112">
                  <c:v>10</c:v>
                </c:pt>
                <c:pt idx="113">
                  <c:v>18</c:v>
                </c:pt>
                <c:pt idx="114">
                  <c:v>9</c:v>
                </c:pt>
                <c:pt idx="115">
                  <c:v>15</c:v>
                </c:pt>
                <c:pt idx="116">
                  <c:v>11</c:v>
                </c:pt>
                <c:pt idx="117">
                  <c:v>13</c:v>
                </c:pt>
                <c:pt idx="118">
                  <c:v>9</c:v>
                </c:pt>
                <c:pt idx="119">
                  <c:v>14</c:v>
                </c:pt>
                <c:pt idx="120">
                  <c:v>16</c:v>
                </c:pt>
                <c:pt idx="121">
                  <c:v>16</c:v>
                </c:pt>
                <c:pt idx="122">
                  <c:v>13</c:v>
                </c:pt>
                <c:pt idx="123">
                  <c:v>14</c:v>
                </c:pt>
                <c:pt idx="124">
                  <c:v>8</c:v>
                </c:pt>
                <c:pt idx="125">
                  <c:v>13</c:v>
                </c:pt>
                <c:pt idx="126">
                  <c:v>7</c:v>
                </c:pt>
                <c:pt idx="127">
                  <c:v>7</c:v>
                </c:pt>
                <c:pt idx="128">
                  <c:v>7</c:v>
                </c:pt>
                <c:pt idx="129">
                  <c:v>18</c:v>
                </c:pt>
                <c:pt idx="130">
                  <c:v>12</c:v>
                </c:pt>
                <c:pt idx="131">
                  <c:v>8</c:v>
                </c:pt>
                <c:pt idx="132">
                  <c:v>10</c:v>
                </c:pt>
                <c:pt idx="133">
                  <c:v>12</c:v>
                </c:pt>
                <c:pt idx="134">
                  <c:v>9</c:v>
                </c:pt>
                <c:pt idx="135">
                  <c:v>11</c:v>
                </c:pt>
                <c:pt idx="136">
                  <c:v>10</c:v>
                </c:pt>
                <c:pt idx="137">
                  <c:v>4</c:v>
                </c:pt>
                <c:pt idx="138">
                  <c:v>14</c:v>
                </c:pt>
                <c:pt idx="139">
                  <c:v>16</c:v>
                </c:pt>
                <c:pt idx="140">
                  <c:v>7</c:v>
                </c:pt>
                <c:pt idx="141">
                  <c:v>9</c:v>
                </c:pt>
                <c:pt idx="142">
                  <c:v>9</c:v>
                </c:pt>
                <c:pt idx="143">
                  <c:v>14</c:v>
                </c:pt>
                <c:pt idx="144">
                  <c:v>5</c:v>
                </c:pt>
                <c:pt idx="145">
                  <c:v>8</c:v>
                </c:pt>
                <c:pt idx="146">
                  <c:v>6</c:v>
                </c:pt>
                <c:pt idx="147">
                  <c:v>10</c:v>
                </c:pt>
                <c:pt idx="148">
                  <c:v>7</c:v>
                </c:pt>
                <c:pt idx="149">
                  <c:v>8</c:v>
                </c:pt>
                <c:pt idx="150">
                  <c:v>6</c:v>
                </c:pt>
                <c:pt idx="151">
                  <c:v>12</c:v>
                </c:pt>
                <c:pt idx="152">
                  <c:v>10</c:v>
                </c:pt>
                <c:pt idx="153">
                  <c:v>5</c:v>
                </c:pt>
                <c:pt idx="154">
                  <c:v>11</c:v>
                </c:pt>
                <c:pt idx="155">
                  <c:v>11</c:v>
                </c:pt>
                <c:pt idx="156">
                  <c:v>16</c:v>
                </c:pt>
                <c:pt idx="157">
                  <c:v>9</c:v>
                </c:pt>
                <c:pt idx="158">
                  <c:v>17</c:v>
                </c:pt>
                <c:pt idx="159">
                  <c:v>10</c:v>
                </c:pt>
                <c:pt idx="160">
                  <c:v>7</c:v>
                </c:pt>
                <c:pt idx="161">
                  <c:v>5</c:v>
                </c:pt>
                <c:pt idx="162">
                  <c:v>7</c:v>
                </c:pt>
                <c:pt idx="163">
                  <c:v>10</c:v>
                </c:pt>
                <c:pt idx="164">
                  <c:v>5</c:v>
                </c:pt>
                <c:pt idx="165">
                  <c:v>12</c:v>
                </c:pt>
                <c:pt idx="166">
                  <c:v>10</c:v>
                </c:pt>
                <c:pt idx="167">
                  <c:v>14</c:v>
                </c:pt>
                <c:pt idx="168">
                  <c:v>6</c:v>
                </c:pt>
                <c:pt idx="169">
                  <c:v>14</c:v>
                </c:pt>
                <c:pt idx="170">
                  <c:v>6</c:v>
                </c:pt>
                <c:pt idx="171">
                  <c:v>13</c:v>
                </c:pt>
                <c:pt idx="172">
                  <c:v>13</c:v>
                </c:pt>
                <c:pt idx="173">
                  <c:v>8</c:v>
                </c:pt>
                <c:pt idx="174">
                  <c:v>10</c:v>
                </c:pt>
                <c:pt idx="175">
                  <c:v>10</c:v>
                </c:pt>
                <c:pt idx="176">
                  <c:v>13</c:v>
                </c:pt>
                <c:pt idx="177">
                  <c:v>6</c:v>
                </c:pt>
                <c:pt idx="178">
                  <c:v>10</c:v>
                </c:pt>
                <c:pt idx="179">
                  <c:v>10</c:v>
                </c:pt>
                <c:pt idx="180">
                  <c:v>9</c:v>
                </c:pt>
                <c:pt idx="181">
                  <c:v>12</c:v>
                </c:pt>
                <c:pt idx="182">
                  <c:v>16</c:v>
                </c:pt>
                <c:pt idx="183">
                  <c:v>9</c:v>
                </c:pt>
                <c:pt idx="184">
                  <c:v>12</c:v>
                </c:pt>
                <c:pt idx="185">
                  <c:v>12</c:v>
                </c:pt>
                <c:pt idx="186">
                  <c:v>11</c:v>
                </c:pt>
                <c:pt idx="187">
                  <c:v>15</c:v>
                </c:pt>
                <c:pt idx="188">
                  <c:v>8</c:v>
                </c:pt>
                <c:pt idx="189">
                  <c:v>8</c:v>
                </c:pt>
                <c:pt idx="190">
                  <c:v>11</c:v>
                </c:pt>
                <c:pt idx="191">
                  <c:v>8</c:v>
                </c:pt>
                <c:pt idx="192">
                  <c:v>7</c:v>
                </c:pt>
                <c:pt idx="193">
                  <c:v>8</c:v>
                </c:pt>
                <c:pt idx="194">
                  <c:v>13</c:v>
                </c:pt>
                <c:pt idx="195">
                  <c:v>14</c:v>
                </c:pt>
                <c:pt idx="196">
                  <c:v>17</c:v>
                </c:pt>
                <c:pt idx="197">
                  <c:v>9</c:v>
                </c:pt>
                <c:pt idx="198">
                  <c:v>18</c:v>
                </c:pt>
                <c:pt idx="199">
                  <c:v>9</c:v>
                </c:pt>
                <c:pt idx="200">
                  <c:v>16</c:v>
                </c:pt>
                <c:pt idx="201">
                  <c:v>8</c:v>
                </c:pt>
                <c:pt idx="202">
                  <c:v>9</c:v>
                </c:pt>
                <c:pt idx="203">
                  <c:v>7</c:v>
                </c:pt>
                <c:pt idx="204">
                  <c:v>10</c:v>
                </c:pt>
                <c:pt idx="205">
                  <c:v>10</c:v>
                </c:pt>
                <c:pt idx="206">
                  <c:v>7</c:v>
                </c:pt>
                <c:pt idx="207">
                  <c:v>11</c:v>
                </c:pt>
                <c:pt idx="208">
                  <c:v>9</c:v>
                </c:pt>
                <c:pt idx="209">
                  <c:v>7</c:v>
                </c:pt>
                <c:pt idx="210">
                  <c:v>8</c:v>
                </c:pt>
                <c:pt idx="211">
                  <c:v>12</c:v>
                </c:pt>
                <c:pt idx="212">
                  <c:v>12</c:v>
                </c:pt>
                <c:pt idx="213">
                  <c:v>6</c:v>
                </c:pt>
                <c:pt idx="214">
                  <c:v>8</c:v>
                </c:pt>
                <c:pt idx="215">
                  <c:v>14</c:v>
                </c:pt>
                <c:pt idx="216">
                  <c:v>6</c:v>
                </c:pt>
                <c:pt idx="217">
                  <c:v>6</c:v>
                </c:pt>
                <c:pt idx="218">
                  <c:v>7</c:v>
                </c:pt>
                <c:pt idx="219">
                  <c:v>9</c:v>
                </c:pt>
                <c:pt idx="220">
                  <c:v>6</c:v>
                </c:pt>
                <c:pt idx="221">
                  <c:v>6</c:v>
                </c:pt>
                <c:pt idx="222">
                  <c:v>16</c:v>
                </c:pt>
                <c:pt idx="223">
                  <c:v>12</c:v>
                </c:pt>
                <c:pt idx="224">
                  <c:v>13</c:v>
                </c:pt>
                <c:pt idx="225">
                  <c:v>9</c:v>
                </c:pt>
                <c:pt idx="226">
                  <c:v>16</c:v>
                </c:pt>
                <c:pt idx="227">
                  <c:v>12</c:v>
                </c:pt>
                <c:pt idx="228">
                  <c:v>10</c:v>
                </c:pt>
                <c:pt idx="229">
                  <c:v>12</c:v>
                </c:pt>
                <c:pt idx="230">
                  <c:v>13</c:v>
                </c:pt>
                <c:pt idx="231">
                  <c:v>11</c:v>
                </c:pt>
                <c:pt idx="232">
                  <c:v>11</c:v>
                </c:pt>
                <c:pt idx="233">
                  <c:v>14</c:v>
                </c:pt>
                <c:pt idx="234">
                  <c:v>9</c:v>
                </c:pt>
                <c:pt idx="235">
                  <c:v>11</c:v>
                </c:pt>
                <c:pt idx="236">
                  <c:v>14</c:v>
                </c:pt>
                <c:pt idx="237">
                  <c:v>13</c:v>
                </c:pt>
                <c:pt idx="238">
                  <c:v>13</c:v>
                </c:pt>
                <c:pt idx="239">
                  <c:v>7</c:v>
                </c:pt>
                <c:pt idx="240">
                  <c:v>12</c:v>
                </c:pt>
                <c:pt idx="241">
                  <c:v>10</c:v>
                </c:pt>
                <c:pt idx="242">
                  <c:v>6</c:v>
                </c:pt>
                <c:pt idx="243">
                  <c:v>13</c:v>
                </c:pt>
                <c:pt idx="244">
                  <c:v>7</c:v>
                </c:pt>
                <c:pt idx="245">
                  <c:v>18</c:v>
                </c:pt>
                <c:pt idx="246">
                  <c:v>12</c:v>
                </c:pt>
                <c:pt idx="247">
                  <c:v>6</c:v>
                </c:pt>
                <c:pt idx="248">
                  <c:v>3</c:v>
                </c:pt>
                <c:pt idx="249">
                  <c:v>13</c:v>
                </c:pt>
                <c:pt idx="250">
                  <c:v>6</c:v>
                </c:pt>
                <c:pt idx="251">
                  <c:v>7</c:v>
                </c:pt>
                <c:pt idx="252">
                  <c:v>6</c:v>
                </c:pt>
                <c:pt idx="253">
                  <c:v>8</c:v>
                </c:pt>
                <c:pt idx="254">
                  <c:v>8</c:v>
                </c:pt>
                <c:pt idx="255">
                  <c:v>7</c:v>
                </c:pt>
                <c:pt idx="256">
                  <c:v>14</c:v>
                </c:pt>
                <c:pt idx="257">
                  <c:v>11</c:v>
                </c:pt>
                <c:pt idx="258">
                  <c:v>15</c:v>
                </c:pt>
                <c:pt idx="259">
                  <c:v>10</c:v>
                </c:pt>
                <c:pt idx="260">
                  <c:v>17</c:v>
                </c:pt>
                <c:pt idx="261">
                  <c:v>8</c:v>
                </c:pt>
                <c:pt idx="262">
                  <c:v>13</c:v>
                </c:pt>
                <c:pt idx="263">
                  <c:v>10</c:v>
                </c:pt>
                <c:pt idx="264">
                  <c:v>9</c:v>
                </c:pt>
                <c:pt idx="265">
                  <c:v>17</c:v>
                </c:pt>
                <c:pt idx="266">
                  <c:v>9</c:v>
                </c:pt>
                <c:pt idx="267">
                  <c:v>12</c:v>
                </c:pt>
                <c:pt idx="268">
                  <c:v>10</c:v>
                </c:pt>
                <c:pt idx="269">
                  <c:v>6</c:v>
                </c:pt>
                <c:pt idx="270">
                  <c:v>9</c:v>
                </c:pt>
                <c:pt idx="271">
                  <c:v>15</c:v>
                </c:pt>
                <c:pt idx="272">
                  <c:v>11</c:v>
                </c:pt>
                <c:pt idx="273">
                  <c:v>15</c:v>
                </c:pt>
                <c:pt idx="274">
                  <c:v>10</c:v>
                </c:pt>
                <c:pt idx="275">
                  <c:v>12</c:v>
                </c:pt>
                <c:pt idx="276">
                  <c:v>10</c:v>
                </c:pt>
                <c:pt idx="277">
                  <c:v>9</c:v>
                </c:pt>
                <c:pt idx="278">
                  <c:v>9</c:v>
                </c:pt>
                <c:pt idx="279">
                  <c:v>10</c:v>
                </c:pt>
                <c:pt idx="280">
                  <c:v>8</c:v>
                </c:pt>
                <c:pt idx="281">
                  <c:v>11</c:v>
                </c:pt>
                <c:pt idx="282">
                  <c:v>12</c:v>
                </c:pt>
                <c:pt idx="283">
                  <c:v>8</c:v>
                </c:pt>
                <c:pt idx="284">
                  <c:v>10</c:v>
                </c:pt>
                <c:pt idx="285">
                  <c:v>12</c:v>
                </c:pt>
                <c:pt idx="286">
                  <c:v>18</c:v>
                </c:pt>
                <c:pt idx="287">
                  <c:v>13</c:v>
                </c:pt>
                <c:pt idx="288">
                  <c:v>15</c:v>
                </c:pt>
                <c:pt idx="289">
                  <c:v>15</c:v>
                </c:pt>
                <c:pt idx="290">
                  <c:v>12</c:v>
                </c:pt>
                <c:pt idx="291">
                  <c:v>15</c:v>
                </c:pt>
                <c:pt idx="292">
                  <c:v>12</c:v>
                </c:pt>
                <c:pt idx="293">
                  <c:v>18</c:v>
                </c:pt>
                <c:pt idx="294">
                  <c:v>14</c:v>
                </c:pt>
                <c:pt idx="295">
                  <c:v>14</c:v>
                </c:pt>
                <c:pt idx="296">
                  <c:v>10</c:v>
                </c:pt>
                <c:pt idx="297">
                  <c:v>10</c:v>
                </c:pt>
                <c:pt idx="298">
                  <c:v>14</c:v>
                </c:pt>
                <c:pt idx="299">
                  <c:v>16</c:v>
                </c:pt>
                <c:pt idx="300">
                  <c:v>12</c:v>
                </c:pt>
                <c:pt idx="301">
                  <c:v>11</c:v>
                </c:pt>
                <c:pt idx="302">
                  <c:v>15</c:v>
                </c:pt>
                <c:pt idx="303">
                  <c:v>17</c:v>
                </c:pt>
                <c:pt idx="304">
                  <c:v>15</c:v>
                </c:pt>
                <c:pt idx="305">
                  <c:v>14</c:v>
                </c:pt>
                <c:pt idx="306">
                  <c:v>17</c:v>
                </c:pt>
                <c:pt idx="307">
                  <c:v>8</c:v>
                </c:pt>
                <c:pt idx="308">
                  <c:v>15</c:v>
                </c:pt>
                <c:pt idx="309">
                  <c:v>12</c:v>
                </c:pt>
                <c:pt idx="310">
                  <c:v>9</c:v>
                </c:pt>
                <c:pt idx="311">
                  <c:v>14</c:v>
                </c:pt>
                <c:pt idx="312">
                  <c:v>13</c:v>
                </c:pt>
                <c:pt idx="313">
                  <c:v>13</c:v>
                </c:pt>
                <c:pt idx="314">
                  <c:v>15</c:v>
                </c:pt>
                <c:pt idx="315">
                  <c:v>13</c:v>
                </c:pt>
                <c:pt idx="316">
                  <c:v>8</c:v>
                </c:pt>
                <c:pt idx="317">
                  <c:v>9</c:v>
                </c:pt>
                <c:pt idx="318">
                  <c:v>11</c:v>
                </c:pt>
                <c:pt idx="319">
                  <c:v>11</c:v>
                </c:pt>
                <c:pt idx="320">
                  <c:v>13</c:v>
                </c:pt>
                <c:pt idx="321">
                  <c:v>11</c:v>
                </c:pt>
                <c:pt idx="322">
                  <c:v>11</c:v>
                </c:pt>
                <c:pt idx="323">
                  <c:v>12</c:v>
                </c:pt>
                <c:pt idx="324">
                  <c:v>16</c:v>
                </c:pt>
                <c:pt idx="325">
                  <c:v>9</c:v>
                </c:pt>
                <c:pt idx="326">
                  <c:v>14</c:v>
                </c:pt>
                <c:pt idx="327">
                  <c:v>11</c:v>
                </c:pt>
                <c:pt idx="328">
                  <c:v>10</c:v>
                </c:pt>
                <c:pt idx="329">
                  <c:v>14</c:v>
                </c:pt>
                <c:pt idx="330">
                  <c:v>9</c:v>
                </c:pt>
                <c:pt idx="331">
                  <c:v>12</c:v>
                </c:pt>
                <c:pt idx="332">
                  <c:v>7</c:v>
                </c:pt>
                <c:pt idx="333">
                  <c:v>8</c:v>
                </c:pt>
                <c:pt idx="334">
                  <c:v>10</c:v>
                </c:pt>
                <c:pt idx="335">
                  <c:v>16</c:v>
                </c:pt>
                <c:pt idx="336">
                  <c:v>14</c:v>
                </c:pt>
                <c:pt idx="337">
                  <c:v>7</c:v>
                </c:pt>
                <c:pt idx="338">
                  <c:v>16</c:v>
                </c:pt>
                <c:pt idx="339">
                  <c:v>9</c:v>
                </c:pt>
                <c:pt idx="340">
                  <c:v>11</c:v>
                </c:pt>
                <c:pt idx="341">
                  <c:v>10</c:v>
                </c:pt>
                <c:pt idx="342">
                  <c:v>16</c:v>
                </c:pt>
                <c:pt idx="343">
                  <c:v>9</c:v>
                </c:pt>
                <c:pt idx="344">
                  <c:v>11</c:v>
                </c:pt>
                <c:pt idx="345">
                  <c:v>13</c:v>
                </c:pt>
                <c:pt idx="346">
                  <c:v>16</c:v>
                </c:pt>
                <c:pt idx="347">
                  <c:v>10</c:v>
                </c:pt>
                <c:pt idx="348">
                  <c:v>13</c:v>
                </c:pt>
                <c:pt idx="349">
                  <c:v>11</c:v>
                </c:pt>
                <c:pt idx="350">
                  <c:v>8</c:v>
                </c:pt>
                <c:pt idx="351">
                  <c:v>13</c:v>
                </c:pt>
                <c:pt idx="352">
                  <c:v>8</c:v>
                </c:pt>
                <c:pt idx="353">
                  <c:v>8</c:v>
                </c:pt>
                <c:pt idx="354">
                  <c:v>13</c:v>
                </c:pt>
                <c:pt idx="355">
                  <c:v>10</c:v>
                </c:pt>
                <c:pt idx="356">
                  <c:v>12</c:v>
                </c:pt>
                <c:pt idx="357">
                  <c:v>12</c:v>
                </c:pt>
                <c:pt idx="358">
                  <c:v>10</c:v>
                </c:pt>
                <c:pt idx="359">
                  <c:v>18</c:v>
                </c:pt>
                <c:pt idx="360">
                  <c:v>13</c:v>
                </c:pt>
                <c:pt idx="361">
                  <c:v>13</c:v>
                </c:pt>
                <c:pt idx="362">
                  <c:v>11</c:v>
                </c:pt>
                <c:pt idx="363">
                  <c:v>16</c:v>
                </c:pt>
                <c:pt idx="364">
                  <c:v>12</c:v>
                </c:pt>
                <c:pt idx="365">
                  <c:v>10</c:v>
                </c:pt>
                <c:pt idx="366">
                  <c:v>13</c:v>
                </c:pt>
                <c:pt idx="367">
                  <c:v>7</c:v>
                </c:pt>
                <c:pt idx="368">
                  <c:v>11</c:v>
                </c:pt>
                <c:pt idx="369">
                  <c:v>14</c:v>
                </c:pt>
                <c:pt idx="370">
                  <c:v>7</c:v>
                </c:pt>
                <c:pt idx="371">
                  <c:v>14</c:v>
                </c:pt>
                <c:pt idx="372">
                  <c:v>13</c:v>
                </c:pt>
                <c:pt idx="373">
                  <c:v>6</c:v>
                </c:pt>
                <c:pt idx="374">
                  <c:v>19</c:v>
                </c:pt>
                <c:pt idx="375">
                  <c:v>8</c:v>
                </c:pt>
                <c:pt idx="376">
                  <c:v>15</c:v>
                </c:pt>
                <c:pt idx="377">
                  <c:v>8</c:v>
                </c:pt>
                <c:pt idx="378">
                  <c:v>15</c:v>
                </c:pt>
                <c:pt idx="379">
                  <c:v>10</c:v>
                </c:pt>
                <c:pt idx="380">
                  <c:v>15</c:v>
                </c:pt>
                <c:pt idx="381">
                  <c:v>7</c:v>
                </c:pt>
                <c:pt idx="382">
                  <c:v>11</c:v>
                </c:pt>
                <c:pt idx="383">
                  <c:v>6</c:v>
                </c:pt>
                <c:pt idx="384">
                  <c:v>6</c:v>
                </c:pt>
                <c:pt idx="385">
                  <c:v>10</c:v>
                </c:pt>
                <c:pt idx="386">
                  <c:v>6</c:v>
                </c:pt>
                <c:pt idx="387">
                  <c:v>7</c:v>
                </c:pt>
                <c:pt idx="388">
                  <c:v>7</c:v>
                </c:pt>
                <c:pt idx="389">
                  <c:v>6</c:v>
                </c:pt>
                <c:pt idx="390">
                  <c:v>9</c:v>
                </c:pt>
                <c:pt idx="391">
                  <c:v>14</c:v>
                </c:pt>
                <c:pt idx="392">
                  <c:v>10</c:v>
                </c:pt>
                <c:pt idx="393">
                  <c:v>11</c:v>
                </c:pt>
                <c:pt idx="394">
                  <c:v>8</c:v>
                </c:pt>
              </c:numCache>
            </c:numRef>
          </c:xVal>
          <c:yVal>
            <c:numRef>
              <c:f>'Chart Data'!$B$2:$B$396</c:f>
              <c:numCache>
                <c:formatCode>General</c:formatCode>
                <c:ptCount val="395"/>
                <c:pt idx="0">
                  <c:v>6</c:v>
                </c:pt>
                <c:pt idx="1">
                  <c:v>6</c:v>
                </c:pt>
                <c:pt idx="2">
                  <c:v>10</c:v>
                </c:pt>
                <c:pt idx="3">
                  <c:v>15</c:v>
                </c:pt>
                <c:pt idx="4">
                  <c:v>10</c:v>
                </c:pt>
                <c:pt idx="5">
                  <c:v>15</c:v>
                </c:pt>
                <c:pt idx="6">
                  <c:v>11</c:v>
                </c:pt>
                <c:pt idx="7">
                  <c:v>6</c:v>
                </c:pt>
                <c:pt idx="8">
                  <c:v>19</c:v>
                </c:pt>
                <c:pt idx="9">
                  <c:v>15</c:v>
                </c:pt>
                <c:pt idx="10">
                  <c:v>9</c:v>
                </c:pt>
                <c:pt idx="11">
                  <c:v>12</c:v>
                </c:pt>
                <c:pt idx="12">
                  <c:v>14</c:v>
                </c:pt>
                <c:pt idx="13">
                  <c:v>11</c:v>
                </c:pt>
                <c:pt idx="14">
                  <c:v>16</c:v>
                </c:pt>
                <c:pt idx="15">
                  <c:v>14</c:v>
                </c:pt>
                <c:pt idx="16">
                  <c:v>14</c:v>
                </c:pt>
                <c:pt idx="17">
                  <c:v>10</c:v>
                </c:pt>
                <c:pt idx="18">
                  <c:v>5</c:v>
                </c:pt>
                <c:pt idx="19">
                  <c:v>10</c:v>
                </c:pt>
                <c:pt idx="20">
                  <c:v>15</c:v>
                </c:pt>
                <c:pt idx="21">
                  <c:v>15</c:v>
                </c:pt>
                <c:pt idx="22">
                  <c:v>16</c:v>
                </c:pt>
                <c:pt idx="23">
                  <c:v>12</c:v>
                </c:pt>
                <c:pt idx="24">
                  <c:v>8</c:v>
                </c:pt>
                <c:pt idx="25">
                  <c:v>8</c:v>
                </c:pt>
                <c:pt idx="26">
                  <c:v>11</c:v>
                </c:pt>
                <c:pt idx="27">
                  <c:v>15</c:v>
                </c:pt>
                <c:pt idx="28">
                  <c:v>11</c:v>
                </c:pt>
                <c:pt idx="29">
                  <c:v>11</c:v>
                </c:pt>
                <c:pt idx="30">
                  <c:v>12</c:v>
                </c:pt>
                <c:pt idx="31">
                  <c:v>17</c:v>
                </c:pt>
                <c:pt idx="32">
                  <c:v>16</c:v>
                </c:pt>
                <c:pt idx="33">
                  <c:v>12</c:v>
                </c:pt>
                <c:pt idx="34">
                  <c:v>15</c:v>
                </c:pt>
                <c:pt idx="35">
                  <c:v>6</c:v>
                </c:pt>
                <c:pt idx="36">
                  <c:v>18</c:v>
                </c:pt>
                <c:pt idx="37">
                  <c:v>15</c:v>
                </c:pt>
                <c:pt idx="38">
                  <c:v>11</c:v>
                </c:pt>
                <c:pt idx="39">
                  <c:v>13</c:v>
                </c:pt>
                <c:pt idx="40">
                  <c:v>11</c:v>
                </c:pt>
                <c:pt idx="41">
                  <c:v>12</c:v>
                </c:pt>
                <c:pt idx="42">
                  <c:v>18</c:v>
                </c:pt>
                <c:pt idx="43">
                  <c:v>11</c:v>
                </c:pt>
                <c:pt idx="44">
                  <c:v>9</c:v>
                </c:pt>
                <c:pt idx="45">
                  <c:v>6</c:v>
                </c:pt>
                <c:pt idx="46">
                  <c:v>11</c:v>
                </c:pt>
                <c:pt idx="47">
                  <c:v>20</c:v>
                </c:pt>
                <c:pt idx="48">
                  <c:v>14</c:v>
                </c:pt>
                <c:pt idx="49">
                  <c:v>7</c:v>
                </c:pt>
                <c:pt idx="50">
                  <c:v>13</c:v>
                </c:pt>
                <c:pt idx="51">
                  <c:v>13</c:v>
                </c:pt>
                <c:pt idx="52">
                  <c:v>10</c:v>
                </c:pt>
                <c:pt idx="53">
                  <c:v>11</c:v>
                </c:pt>
                <c:pt idx="54">
                  <c:v>13</c:v>
                </c:pt>
                <c:pt idx="55">
                  <c:v>10</c:v>
                </c:pt>
                <c:pt idx="56">
                  <c:v>15</c:v>
                </c:pt>
                <c:pt idx="57">
                  <c:v>15</c:v>
                </c:pt>
                <c:pt idx="58">
                  <c:v>9</c:v>
                </c:pt>
                <c:pt idx="59">
                  <c:v>16</c:v>
                </c:pt>
                <c:pt idx="60">
                  <c:v>11</c:v>
                </c:pt>
                <c:pt idx="61">
                  <c:v>11</c:v>
                </c:pt>
                <c:pt idx="62">
                  <c:v>9</c:v>
                </c:pt>
                <c:pt idx="63">
                  <c:v>9</c:v>
                </c:pt>
                <c:pt idx="64">
                  <c:v>10</c:v>
                </c:pt>
                <c:pt idx="65">
                  <c:v>15</c:v>
                </c:pt>
                <c:pt idx="66">
                  <c:v>12</c:v>
                </c:pt>
                <c:pt idx="67">
                  <c:v>6</c:v>
                </c:pt>
                <c:pt idx="68">
                  <c:v>8</c:v>
                </c:pt>
                <c:pt idx="69">
                  <c:v>16</c:v>
                </c:pt>
                <c:pt idx="70">
                  <c:v>15</c:v>
                </c:pt>
                <c:pt idx="71">
                  <c:v>10</c:v>
                </c:pt>
                <c:pt idx="72">
                  <c:v>5</c:v>
                </c:pt>
                <c:pt idx="73">
                  <c:v>14</c:v>
                </c:pt>
                <c:pt idx="74">
                  <c:v>11</c:v>
                </c:pt>
                <c:pt idx="75">
                  <c:v>10</c:v>
                </c:pt>
                <c:pt idx="76">
                  <c:v>10</c:v>
                </c:pt>
                <c:pt idx="77">
                  <c:v>11</c:v>
                </c:pt>
                <c:pt idx="78">
                  <c:v>10</c:v>
                </c:pt>
                <c:pt idx="79">
                  <c:v>5</c:v>
                </c:pt>
                <c:pt idx="80">
                  <c:v>12</c:v>
                </c:pt>
                <c:pt idx="81">
                  <c:v>11</c:v>
                </c:pt>
                <c:pt idx="82">
                  <c:v>6</c:v>
                </c:pt>
                <c:pt idx="83">
                  <c:v>15</c:v>
                </c:pt>
                <c:pt idx="84">
                  <c:v>10</c:v>
                </c:pt>
                <c:pt idx="85">
                  <c:v>8</c:v>
                </c:pt>
                <c:pt idx="86">
                  <c:v>6</c:v>
                </c:pt>
                <c:pt idx="87">
                  <c:v>14</c:v>
                </c:pt>
                <c:pt idx="88">
                  <c:v>10</c:v>
                </c:pt>
                <c:pt idx="89">
                  <c:v>7</c:v>
                </c:pt>
                <c:pt idx="90">
                  <c:v>8</c:v>
                </c:pt>
                <c:pt idx="91">
                  <c:v>18</c:v>
                </c:pt>
                <c:pt idx="92">
                  <c:v>6</c:v>
                </c:pt>
                <c:pt idx="93">
                  <c:v>10</c:v>
                </c:pt>
                <c:pt idx="94">
                  <c:v>14</c:v>
                </c:pt>
                <c:pt idx="95">
                  <c:v>10</c:v>
                </c:pt>
                <c:pt idx="96">
                  <c:v>15</c:v>
                </c:pt>
                <c:pt idx="97">
                  <c:v>10</c:v>
                </c:pt>
                <c:pt idx="98">
                  <c:v>14</c:v>
                </c:pt>
                <c:pt idx="99">
                  <c:v>8</c:v>
                </c:pt>
                <c:pt idx="100">
                  <c:v>5</c:v>
                </c:pt>
                <c:pt idx="101">
                  <c:v>17</c:v>
                </c:pt>
                <c:pt idx="102">
                  <c:v>14</c:v>
                </c:pt>
                <c:pt idx="103">
                  <c:v>6</c:v>
                </c:pt>
                <c:pt idx="104">
                  <c:v>18</c:v>
                </c:pt>
                <c:pt idx="105">
                  <c:v>11</c:v>
                </c:pt>
                <c:pt idx="106">
                  <c:v>8</c:v>
                </c:pt>
                <c:pt idx="107">
                  <c:v>18</c:v>
                </c:pt>
                <c:pt idx="108">
                  <c:v>13</c:v>
                </c:pt>
                <c:pt idx="109">
                  <c:v>16</c:v>
                </c:pt>
                <c:pt idx="110">
                  <c:v>19</c:v>
                </c:pt>
                <c:pt idx="111">
                  <c:v>10</c:v>
                </c:pt>
                <c:pt idx="112">
                  <c:v>13</c:v>
                </c:pt>
                <c:pt idx="113">
                  <c:v>19</c:v>
                </c:pt>
                <c:pt idx="114">
                  <c:v>9</c:v>
                </c:pt>
                <c:pt idx="115">
                  <c:v>16</c:v>
                </c:pt>
                <c:pt idx="116">
                  <c:v>14</c:v>
                </c:pt>
                <c:pt idx="117">
                  <c:v>13</c:v>
                </c:pt>
                <c:pt idx="118">
                  <c:v>8</c:v>
                </c:pt>
                <c:pt idx="119">
                  <c:v>13</c:v>
                </c:pt>
                <c:pt idx="120">
                  <c:v>15</c:v>
                </c:pt>
                <c:pt idx="121">
                  <c:v>15</c:v>
                </c:pt>
                <c:pt idx="122">
                  <c:v>13</c:v>
                </c:pt>
                <c:pt idx="123">
                  <c:v>13</c:v>
                </c:pt>
                <c:pt idx="124">
                  <c:v>8</c:v>
                </c:pt>
                <c:pt idx="125">
                  <c:v>12</c:v>
                </c:pt>
                <c:pt idx="126">
                  <c:v>11</c:v>
                </c:pt>
                <c:pt idx="127">
                  <c:v>9</c:v>
                </c:pt>
                <c:pt idx="128">
                  <c:v>0</c:v>
                </c:pt>
                <c:pt idx="129">
                  <c:v>18</c:v>
                </c:pt>
                <c:pt idx="130">
                  <c:v>0</c:v>
                </c:pt>
                <c:pt idx="131">
                  <c:v>0</c:v>
                </c:pt>
                <c:pt idx="132">
                  <c:v>12</c:v>
                </c:pt>
                <c:pt idx="133">
                  <c:v>11</c:v>
                </c:pt>
                <c:pt idx="134">
                  <c:v>0</c:v>
                </c:pt>
                <c:pt idx="135">
                  <c:v>0</c:v>
                </c:pt>
                <c:pt idx="136">
                  <c:v>0</c:v>
                </c:pt>
                <c:pt idx="137">
                  <c:v>0</c:v>
                </c:pt>
                <c:pt idx="138">
                  <c:v>12</c:v>
                </c:pt>
                <c:pt idx="139">
                  <c:v>15</c:v>
                </c:pt>
                <c:pt idx="140">
                  <c:v>0</c:v>
                </c:pt>
                <c:pt idx="141">
                  <c:v>9</c:v>
                </c:pt>
                <c:pt idx="142">
                  <c:v>11</c:v>
                </c:pt>
                <c:pt idx="143">
                  <c:v>13</c:v>
                </c:pt>
                <c:pt idx="144">
                  <c:v>0</c:v>
                </c:pt>
                <c:pt idx="145">
                  <c:v>11</c:v>
                </c:pt>
                <c:pt idx="146">
                  <c:v>0</c:v>
                </c:pt>
                <c:pt idx="147">
                  <c:v>11</c:v>
                </c:pt>
                <c:pt idx="148">
                  <c:v>0</c:v>
                </c:pt>
                <c:pt idx="149">
                  <c:v>10</c:v>
                </c:pt>
                <c:pt idx="150">
                  <c:v>0</c:v>
                </c:pt>
                <c:pt idx="151">
                  <c:v>14</c:v>
                </c:pt>
                <c:pt idx="152">
                  <c:v>10</c:v>
                </c:pt>
                <c:pt idx="153">
                  <c:v>0</c:v>
                </c:pt>
                <c:pt idx="154">
                  <c:v>12</c:v>
                </c:pt>
                <c:pt idx="155">
                  <c:v>8</c:v>
                </c:pt>
                <c:pt idx="156">
                  <c:v>13</c:v>
                </c:pt>
                <c:pt idx="157">
                  <c:v>10</c:v>
                </c:pt>
                <c:pt idx="158">
                  <c:v>15</c:v>
                </c:pt>
                <c:pt idx="159">
                  <c:v>12</c:v>
                </c:pt>
                <c:pt idx="160">
                  <c:v>0</c:v>
                </c:pt>
                <c:pt idx="161">
                  <c:v>7</c:v>
                </c:pt>
                <c:pt idx="162">
                  <c:v>0</c:v>
                </c:pt>
                <c:pt idx="163">
                  <c:v>10</c:v>
                </c:pt>
                <c:pt idx="164">
                  <c:v>7</c:v>
                </c:pt>
                <c:pt idx="165">
                  <c:v>12</c:v>
                </c:pt>
                <c:pt idx="166">
                  <c:v>10</c:v>
                </c:pt>
                <c:pt idx="167">
                  <c:v>16</c:v>
                </c:pt>
                <c:pt idx="168">
                  <c:v>0</c:v>
                </c:pt>
                <c:pt idx="169">
                  <c:v>14</c:v>
                </c:pt>
                <c:pt idx="170">
                  <c:v>0</c:v>
                </c:pt>
                <c:pt idx="171">
                  <c:v>16</c:v>
                </c:pt>
                <c:pt idx="172">
                  <c:v>10</c:v>
                </c:pt>
                <c:pt idx="173">
                  <c:v>0</c:v>
                </c:pt>
                <c:pt idx="174">
                  <c:v>9</c:v>
                </c:pt>
                <c:pt idx="175">
                  <c:v>9</c:v>
                </c:pt>
                <c:pt idx="176">
                  <c:v>11</c:v>
                </c:pt>
                <c:pt idx="177">
                  <c:v>6</c:v>
                </c:pt>
                <c:pt idx="178">
                  <c:v>9</c:v>
                </c:pt>
                <c:pt idx="179">
                  <c:v>11</c:v>
                </c:pt>
                <c:pt idx="180">
                  <c:v>8</c:v>
                </c:pt>
                <c:pt idx="181">
                  <c:v>12</c:v>
                </c:pt>
                <c:pt idx="182">
                  <c:v>17</c:v>
                </c:pt>
                <c:pt idx="183">
                  <c:v>8</c:v>
                </c:pt>
                <c:pt idx="184">
                  <c:v>12</c:v>
                </c:pt>
                <c:pt idx="185">
                  <c:v>11</c:v>
                </c:pt>
                <c:pt idx="186">
                  <c:v>11</c:v>
                </c:pt>
                <c:pt idx="187">
                  <c:v>15</c:v>
                </c:pt>
                <c:pt idx="188">
                  <c:v>9</c:v>
                </c:pt>
                <c:pt idx="189">
                  <c:v>10</c:v>
                </c:pt>
                <c:pt idx="190">
                  <c:v>13</c:v>
                </c:pt>
                <c:pt idx="191">
                  <c:v>9</c:v>
                </c:pt>
                <c:pt idx="192">
                  <c:v>8</c:v>
                </c:pt>
                <c:pt idx="193">
                  <c:v>10</c:v>
                </c:pt>
                <c:pt idx="194">
                  <c:v>14</c:v>
                </c:pt>
                <c:pt idx="195">
                  <c:v>15</c:v>
                </c:pt>
                <c:pt idx="196">
                  <c:v>16</c:v>
                </c:pt>
                <c:pt idx="197">
                  <c:v>10</c:v>
                </c:pt>
                <c:pt idx="198">
                  <c:v>18</c:v>
                </c:pt>
                <c:pt idx="199">
                  <c:v>10</c:v>
                </c:pt>
                <c:pt idx="200">
                  <c:v>16</c:v>
                </c:pt>
                <c:pt idx="201">
                  <c:v>10</c:v>
                </c:pt>
                <c:pt idx="202">
                  <c:v>10</c:v>
                </c:pt>
                <c:pt idx="203">
                  <c:v>6</c:v>
                </c:pt>
                <c:pt idx="204">
                  <c:v>11</c:v>
                </c:pt>
                <c:pt idx="205">
                  <c:v>9</c:v>
                </c:pt>
                <c:pt idx="206">
                  <c:v>7</c:v>
                </c:pt>
                <c:pt idx="207">
                  <c:v>13</c:v>
                </c:pt>
                <c:pt idx="208">
                  <c:v>10</c:v>
                </c:pt>
                <c:pt idx="209">
                  <c:v>7</c:v>
                </c:pt>
                <c:pt idx="210">
                  <c:v>8</c:v>
                </c:pt>
                <c:pt idx="211">
                  <c:v>13</c:v>
                </c:pt>
                <c:pt idx="212">
                  <c:v>14</c:v>
                </c:pt>
                <c:pt idx="213">
                  <c:v>8</c:v>
                </c:pt>
                <c:pt idx="214">
                  <c:v>10</c:v>
                </c:pt>
                <c:pt idx="215">
                  <c:v>15</c:v>
                </c:pt>
                <c:pt idx="216">
                  <c:v>4</c:v>
                </c:pt>
                <c:pt idx="217">
                  <c:v>8</c:v>
                </c:pt>
                <c:pt idx="218">
                  <c:v>8</c:v>
                </c:pt>
                <c:pt idx="219">
                  <c:v>10</c:v>
                </c:pt>
                <c:pt idx="220">
                  <c:v>6</c:v>
                </c:pt>
                <c:pt idx="221">
                  <c:v>0</c:v>
                </c:pt>
                <c:pt idx="222">
                  <c:v>17</c:v>
                </c:pt>
                <c:pt idx="223">
                  <c:v>13</c:v>
                </c:pt>
                <c:pt idx="224">
                  <c:v>14</c:v>
                </c:pt>
                <c:pt idx="225">
                  <c:v>7</c:v>
                </c:pt>
                <c:pt idx="226">
                  <c:v>15</c:v>
                </c:pt>
                <c:pt idx="227">
                  <c:v>12</c:v>
                </c:pt>
                <c:pt idx="228">
                  <c:v>9</c:v>
                </c:pt>
                <c:pt idx="229">
                  <c:v>12</c:v>
                </c:pt>
                <c:pt idx="230">
                  <c:v>14</c:v>
                </c:pt>
                <c:pt idx="231">
                  <c:v>11</c:v>
                </c:pt>
                <c:pt idx="232">
                  <c:v>9</c:v>
                </c:pt>
                <c:pt idx="233">
                  <c:v>13</c:v>
                </c:pt>
                <c:pt idx="234">
                  <c:v>6</c:v>
                </c:pt>
                <c:pt idx="235">
                  <c:v>10</c:v>
                </c:pt>
                <c:pt idx="236">
                  <c:v>13</c:v>
                </c:pt>
                <c:pt idx="237">
                  <c:v>12</c:v>
                </c:pt>
                <c:pt idx="238">
                  <c:v>11</c:v>
                </c:pt>
                <c:pt idx="239">
                  <c:v>0</c:v>
                </c:pt>
                <c:pt idx="240">
                  <c:v>12</c:v>
                </c:pt>
                <c:pt idx="241">
                  <c:v>12</c:v>
                </c:pt>
                <c:pt idx="242">
                  <c:v>0</c:v>
                </c:pt>
                <c:pt idx="243">
                  <c:v>12</c:v>
                </c:pt>
                <c:pt idx="244">
                  <c:v>0</c:v>
                </c:pt>
                <c:pt idx="245">
                  <c:v>18</c:v>
                </c:pt>
                <c:pt idx="246">
                  <c:v>13</c:v>
                </c:pt>
                <c:pt idx="247">
                  <c:v>8</c:v>
                </c:pt>
                <c:pt idx="248">
                  <c:v>5</c:v>
                </c:pt>
                <c:pt idx="249">
                  <c:v>15</c:v>
                </c:pt>
                <c:pt idx="250">
                  <c:v>8</c:v>
                </c:pt>
                <c:pt idx="251">
                  <c:v>10</c:v>
                </c:pt>
                <c:pt idx="252">
                  <c:v>8</c:v>
                </c:pt>
                <c:pt idx="253">
                  <c:v>8</c:v>
                </c:pt>
                <c:pt idx="254">
                  <c:v>12</c:v>
                </c:pt>
                <c:pt idx="255">
                  <c:v>8</c:v>
                </c:pt>
                <c:pt idx="256">
                  <c:v>13</c:v>
                </c:pt>
                <c:pt idx="257">
                  <c:v>11</c:v>
                </c:pt>
                <c:pt idx="258">
                  <c:v>14</c:v>
                </c:pt>
                <c:pt idx="259">
                  <c:v>0</c:v>
                </c:pt>
                <c:pt idx="260">
                  <c:v>18</c:v>
                </c:pt>
                <c:pt idx="261">
                  <c:v>8</c:v>
                </c:pt>
                <c:pt idx="262">
                  <c:v>12</c:v>
                </c:pt>
                <c:pt idx="263">
                  <c:v>9</c:v>
                </c:pt>
                <c:pt idx="264">
                  <c:v>0</c:v>
                </c:pt>
                <c:pt idx="265">
                  <c:v>17</c:v>
                </c:pt>
                <c:pt idx="266">
                  <c:v>10</c:v>
                </c:pt>
                <c:pt idx="267">
                  <c:v>11</c:v>
                </c:pt>
                <c:pt idx="268">
                  <c:v>10</c:v>
                </c:pt>
                <c:pt idx="269">
                  <c:v>0</c:v>
                </c:pt>
                <c:pt idx="270">
                  <c:v>9</c:v>
                </c:pt>
                <c:pt idx="271">
                  <c:v>14</c:v>
                </c:pt>
                <c:pt idx="272">
                  <c:v>11</c:v>
                </c:pt>
                <c:pt idx="273">
                  <c:v>14</c:v>
                </c:pt>
                <c:pt idx="274">
                  <c:v>10</c:v>
                </c:pt>
                <c:pt idx="275">
                  <c:v>12</c:v>
                </c:pt>
                <c:pt idx="276">
                  <c:v>9</c:v>
                </c:pt>
                <c:pt idx="277">
                  <c:v>9</c:v>
                </c:pt>
                <c:pt idx="278">
                  <c:v>8</c:v>
                </c:pt>
                <c:pt idx="279">
                  <c:v>10</c:v>
                </c:pt>
                <c:pt idx="280">
                  <c:v>8</c:v>
                </c:pt>
                <c:pt idx="281">
                  <c:v>10</c:v>
                </c:pt>
                <c:pt idx="282">
                  <c:v>12</c:v>
                </c:pt>
                <c:pt idx="283">
                  <c:v>10</c:v>
                </c:pt>
                <c:pt idx="284">
                  <c:v>11</c:v>
                </c:pt>
                <c:pt idx="285">
                  <c:v>11</c:v>
                </c:pt>
                <c:pt idx="286">
                  <c:v>19</c:v>
                </c:pt>
                <c:pt idx="287">
                  <c:v>12</c:v>
                </c:pt>
                <c:pt idx="288">
                  <c:v>14</c:v>
                </c:pt>
                <c:pt idx="289">
                  <c:v>15</c:v>
                </c:pt>
                <c:pt idx="290">
                  <c:v>11</c:v>
                </c:pt>
                <c:pt idx="291">
                  <c:v>15</c:v>
                </c:pt>
                <c:pt idx="292">
                  <c:v>13</c:v>
                </c:pt>
                <c:pt idx="293">
                  <c:v>18</c:v>
                </c:pt>
                <c:pt idx="294">
                  <c:v>14</c:v>
                </c:pt>
                <c:pt idx="295">
                  <c:v>11</c:v>
                </c:pt>
                <c:pt idx="296">
                  <c:v>0</c:v>
                </c:pt>
                <c:pt idx="297">
                  <c:v>8</c:v>
                </c:pt>
                <c:pt idx="298">
                  <c:v>14</c:v>
                </c:pt>
                <c:pt idx="299">
                  <c:v>16</c:v>
                </c:pt>
                <c:pt idx="300">
                  <c:v>11</c:v>
                </c:pt>
                <c:pt idx="301">
                  <c:v>10</c:v>
                </c:pt>
                <c:pt idx="302">
                  <c:v>14</c:v>
                </c:pt>
                <c:pt idx="303">
                  <c:v>18</c:v>
                </c:pt>
                <c:pt idx="304">
                  <c:v>13</c:v>
                </c:pt>
                <c:pt idx="305">
                  <c:v>12</c:v>
                </c:pt>
                <c:pt idx="306">
                  <c:v>18</c:v>
                </c:pt>
                <c:pt idx="307">
                  <c:v>8</c:v>
                </c:pt>
                <c:pt idx="308">
                  <c:v>12</c:v>
                </c:pt>
                <c:pt idx="309">
                  <c:v>10</c:v>
                </c:pt>
                <c:pt idx="310">
                  <c:v>0</c:v>
                </c:pt>
                <c:pt idx="311">
                  <c:v>13</c:v>
                </c:pt>
                <c:pt idx="312">
                  <c:v>11</c:v>
                </c:pt>
                <c:pt idx="313">
                  <c:v>11</c:v>
                </c:pt>
                <c:pt idx="314">
                  <c:v>13</c:v>
                </c:pt>
                <c:pt idx="315">
                  <c:v>11</c:v>
                </c:pt>
                <c:pt idx="316">
                  <c:v>0</c:v>
                </c:pt>
                <c:pt idx="317">
                  <c:v>9</c:v>
                </c:pt>
                <c:pt idx="318">
                  <c:v>10</c:v>
                </c:pt>
                <c:pt idx="319">
                  <c:v>11</c:v>
                </c:pt>
                <c:pt idx="320">
                  <c:v>13</c:v>
                </c:pt>
                <c:pt idx="321">
                  <c:v>9</c:v>
                </c:pt>
                <c:pt idx="322">
                  <c:v>11</c:v>
                </c:pt>
                <c:pt idx="323">
                  <c:v>15</c:v>
                </c:pt>
                <c:pt idx="324">
                  <c:v>15</c:v>
                </c:pt>
                <c:pt idx="325">
                  <c:v>11</c:v>
                </c:pt>
                <c:pt idx="326">
                  <c:v>16</c:v>
                </c:pt>
                <c:pt idx="327">
                  <c:v>10</c:v>
                </c:pt>
                <c:pt idx="328">
                  <c:v>9</c:v>
                </c:pt>
                <c:pt idx="329">
                  <c:v>14</c:v>
                </c:pt>
                <c:pt idx="330">
                  <c:v>8</c:v>
                </c:pt>
                <c:pt idx="331">
                  <c:v>14</c:v>
                </c:pt>
                <c:pt idx="332">
                  <c:v>0</c:v>
                </c:pt>
                <c:pt idx="333">
                  <c:v>0</c:v>
                </c:pt>
                <c:pt idx="334">
                  <c:v>0</c:v>
                </c:pt>
                <c:pt idx="335">
                  <c:v>15</c:v>
                </c:pt>
                <c:pt idx="336">
                  <c:v>13</c:v>
                </c:pt>
                <c:pt idx="337">
                  <c:v>0</c:v>
                </c:pt>
                <c:pt idx="338">
                  <c:v>17</c:v>
                </c:pt>
                <c:pt idx="339">
                  <c:v>10</c:v>
                </c:pt>
                <c:pt idx="340">
                  <c:v>11</c:v>
                </c:pt>
                <c:pt idx="341">
                  <c:v>0</c:v>
                </c:pt>
                <c:pt idx="342">
                  <c:v>15</c:v>
                </c:pt>
                <c:pt idx="343">
                  <c:v>0</c:v>
                </c:pt>
                <c:pt idx="344">
                  <c:v>10</c:v>
                </c:pt>
                <c:pt idx="345">
                  <c:v>14</c:v>
                </c:pt>
                <c:pt idx="346">
                  <c:v>16</c:v>
                </c:pt>
                <c:pt idx="347">
                  <c:v>9</c:v>
                </c:pt>
                <c:pt idx="348">
                  <c:v>15</c:v>
                </c:pt>
                <c:pt idx="349">
                  <c:v>13</c:v>
                </c:pt>
                <c:pt idx="350">
                  <c:v>8</c:v>
                </c:pt>
                <c:pt idx="351">
                  <c:v>13</c:v>
                </c:pt>
                <c:pt idx="352">
                  <c:v>8</c:v>
                </c:pt>
                <c:pt idx="353">
                  <c:v>8</c:v>
                </c:pt>
                <c:pt idx="354">
                  <c:v>11</c:v>
                </c:pt>
                <c:pt idx="355">
                  <c:v>9</c:v>
                </c:pt>
                <c:pt idx="356">
                  <c:v>13</c:v>
                </c:pt>
                <c:pt idx="357">
                  <c:v>11</c:v>
                </c:pt>
                <c:pt idx="358">
                  <c:v>10</c:v>
                </c:pt>
                <c:pt idx="359">
                  <c:v>16</c:v>
                </c:pt>
                <c:pt idx="360">
                  <c:v>13</c:v>
                </c:pt>
                <c:pt idx="361">
                  <c:v>12</c:v>
                </c:pt>
                <c:pt idx="362">
                  <c:v>10</c:v>
                </c:pt>
                <c:pt idx="363">
                  <c:v>15</c:v>
                </c:pt>
                <c:pt idx="364">
                  <c:v>12</c:v>
                </c:pt>
                <c:pt idx="365">
                  <c:v>10</c:v>
                </c:pt>
                <c:pt idx="366">
                  <c:v>13</c:v>
                </c:pt>
                <c:pt idx="367">
                  <c:v>0</c:v>
                </c:pt>
                <c:pt idx="368">
                  <c:v>10</c:v>
                </c:pt>
                <c:pt idx="369">
                  <c:v>11</c:v>
                </c:pt>
                <c:pt idx="370">
                  <c:v>9</c:v>
                </c:pt>
                <c:pt idx="371">
                  <c:v>12</c:v>
                </c:pt>
                <c:pt idx="372">
                  <c:v>11</c:v>
                </c:pt>
                <c:pt idx="373">
                  <c:v>5</c:v>
                </c:pt>
                <c:pt idx="374">
                  <c:v>19</c:v>
                </c:pt>
                <c:pt idx="375">
                  <c:v>10</c:v>
                </c:pt>
                <c:pt idx="376">
                  <c:v>15</c:v>
                </c:pt>
                <c:pt idx="377">
                  <c:v>10</c:v>
                </c:pt>
                <c:pt idx="378">
                  <c:v>15</c:v>
                </c:pt>
                <c:pt idx="379">
                  <c:v>10</c:v>
                </c:pt>
                <c:pt idx="380">
                  <c:v>14</c:v>
                </c:pt>
                <c:pt idx="381">
                  <c:v>7</c:v>
                </c:pt>
                <c:pt idx="382">
                  <c:v>10</c:v>
                </c:pt>
                <c:pt idx="383">
                  <c:v>0</c:v>
                </c:pt>
                <c:pt idx="384">
                  <c:v>5</c:v>
                </c:pt>
                <c:pt idx="385">
                  <c:v>10</c:v>
                </c:pt>
                <c:pt idx="386">
                  <c:v>6</c:v>
                </c:pt>
                <c:pt idx="387">
                  <c:v>0</c:v>
                </c:pt>
                <c:pt idx="388">
                  <c:v>8</c:v>
                </c:pt>
                <c:pt idx="389">
                  <c:v>0</c:v>
                </c:pt>
                <c:pt idx="390">
                  <c:v>9</c:v>
                </c:pt>
                <c:pt idx="391">
                  <c:v>16</c:v>
                </c:pt>
                <c:pt idx="392">
                  <c:v>7</c:v>
                </c:pt>
                <c:pt idx="393">
                  <c:v>10</c:v>
                </c:pt>
                <c:pt idx="394">
                  <c:v>9</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Final grade G3</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G1 grade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G2 vs G3</c:v>
          </c:tx>
          <c:spPr>
            <a:ln xmlns:a="http://schemas.openxmlformats.org/drawingml/2006/main" w="0">
              <a:noFill/>
              <a:prstDash val="solid"/>
            </a:ln>
          </c:spPr>
          <c:marker>
            <c:symbol val="circle"/>
            <c:size val="4"/>
            <c:spPr>
              <a:solidFill xmlns:a="http://schemas.openxmlformats.org/drawingml/2006/main">
                <a:srgbClr val="3184E8"/>
              </a:solidFill>
            </c:spPr>
          </c:marker>
          <c:xVal>
            <c:numRef>
              <c:f>'Chart Data'!$A$2:$A$396</c:f>
              <c:numCache>
                <c:formatCode>General</c:formatCode>
                <c:ptCount val="395"/>
                <c:pt idx="0">
                  <c:v>6</c:v>
                </c:pt>
                <c:pt idx="1">
                  <c:v>5</c:v>
                </c:pt>
                <c:pt idx="2">
                  <c:v>8</c:v>
                </c:pt>
                <c:pt idx="3">
                  <c:v>14</c:v>
                </c:pt>
                <c:pt idx="4">
                  <c:v>10</c:v>
                </c:pt>
                <c:pt idx="5">
                  <c:v>15</c:v>
                </c:pt>
                <c:pt idx="6">
                  <c:v>12</c:v>
                </c:pt>
                <c:pt idx="7">
                  <c:v>5</c:v>
                </c:pt>
                <c:pt idx="8">
                  <c:v>18</c:v>
                </c:pt>
                <c:pt idx="9">
                  <c:v>15</c:v>
                </c:pt>
                <c:pt idx="10">
                  <c:v>8</c:v>
                </c:pt>
                <c:pt idx="11">
                  <c:v>12</c:v>
                </c:pt>
                <c:pt idx="12">
                  <c:v>14</c:v>
                </c:pt>
                <c:pt idx="13">
                  <c:v>10</c:v>
                </c:pt>
                <c:pt idx="14">
                  <c:v>16</c:v>
                </c:pt>
                <c:pt idx="15">
                  <c:v>14</c:v>
                </c:pt>
                <c:pt idx="16">
                  <c:v>14</c:v>
                </c:pt>
                <c:pt idx="17">
                  <c:v>10</c:v>
                </c:pt>
                <c:pt idx="18">
                  <c:v>5</c:v>
                </c:pt>
                <c:pt idx="19">
                  <c:v>10</c:v>
                </c:pt>
                <c:pt idx="20">
                  <c:v>14</c:v>
                </c:pt>
                <c:pt idx="21">
                  <c:v>15</c:v>
                </c:pt>
                <c:pt idx="22">
                  <c:v>15</c:v>
                </c:pt>
                <c:pt idx="23">
                  <c:v>13</c:v>
                </c:pt>
                <c:pt idx="24">
                  <c:v>9</c:v>
                </c:pt>
                <c:pt idx="25">
                  <c:v>9</c:v>
                </c:pt>
                <c:pt idx="26">
                  <c:v>12</c:v>
                </c:pt>
                <c:pt idx="27">
                  <c:v>16</c:v>
                </c:pt>
                <c:pt idx="28">
                  <c:v>11</c:v>
                </c:pt>
                <c:pt idx="29">
                  <c:v>12</c:v>
                </c:pt>
                <c:pt idx="30">
                  <c:v>11</c:v>
                </c:pt>
                <c:pt idx="31">
                  <c:v>16</c:v>
                </c:pt>
                <c:pt idx="32">
                  <c:v>16</c:v>
                </c:pt>
                <c:pt idx="33">
                  <c:v>10</c:v>
                </c:pt>
                <c:pt idx="34">
                  <c:v>14</c:v>
                </c:pt>
                <c:pt idx="35">
                  <c:v>7</c:v>
                </c:pt>
                <c:pt idx="36">
                  <c:v>16</c:v>
                </c:pt>
                <c:pt idx="37">
                  <c:v>16</c:v>
                </c:pt>
                <c:pt idx="38">
                  <c:v>12</c:v>
                </c:pt>
                <c:pt idx="39">
                  <c:v>13</c:v>
                </c:pt>
                <c:pt idx="40">
                  <c:v>10</c:v>
                </c:pt>
                <c:pt idx="41">
                  <c:v>12</c:v>
                </c:pt>
                <c:pt idx="42">
                  <c:v>18</c:v>
                </c:pt>
                <c:pt idx="43">
                  <c:v>8</c:v>
                </c:pt>
                <c:pt idx="44">
                  <c:v>10</c:v>
                </c:pt>
                <c:pt idx="45">
                  <c:v>8</c:v>
                </c:pt>
                <c:pt idx="46">
                  <c:v>12</c:v>
                </c:pt>
                <c:pt idx="47">
                  <c:v>19</c:v>
                </c:pt>
                <c:pt idx="48">
                  <c:v>15</c:v>
                </c:pt>
                <c:pt idx="49">
                  <c:v>7</c:v>
                </c:pt>
                <c:pt idx="50">
                  <c:v>13</c:v>
                </c:pt>
                <c:pt idx="51">
                  <c:v>13</c:v>
                </c:pt>
                <c:pt idx="52">
                  <c:v>11</c:v>
                </c:pt>
                <c:pt idx="53">
                  <c:v>10</c:v>
                </c:pt>
                <c:pt idx="54">
                  <c:v>13</c:v>
                </c:pt>
                <c:pt idx="55">
                  <c:v>9</c:v>
                </c:pt>
                <c:pt idx="56">
                  <c:v>15</c:v>
                </c:pt>
                <c:pt idx="57">
                  <c:v>15</c:v>
                </c:pt>
                <c:pt idx="58">
                  <c:v>10</c:v>
                </c:pt>
                <c:pt idx="59">
                  <c:v>16</c:v>
                </c:pt>
                <c:pt idx="60">
                  <c:v>11</c:v>
                </c:pt>
                <c:pt idx="61">
                  <c:v>8</c:v>
                </c:pt>
                <c:pt idx="62">
                  <c:v>10</c:v>
                </c:pt>
                <c:pt idx="63">
                  <c:v>9</c:v>
                </c:pt>
                <c:pt idx="64">
                  <c:v>10</c:v>
                </c:pt>
                <c:pt idx="65">
                  <c:v>15</c:v>
                </c:pt>
                <c:pt idx="66">
                  <c:v>13</c:v>
                </c:pt>
                <c:pt idx="67">
                  <c:v>7</c:v>
                </c:pt>
                <c:pt idx="68">
                  <c:v>9</c:v>
                </c:pt>
                <c:pt idx="69">
                  <c:v>16</c:v>
                </c:pt>
                <c:pt idx="70">
                  <c:v>15</c:v>
                </c:pt>
                <c:pt idx="71">
                  <c:v>10</c:v>
                </c:pt>
                <c:pt idx="72">
                  <c:v>6</c:v>
                </c:pt>
                <c:pt idx="73">
                  <c:v>12</c:v>
                </c:pt>
                <c:pt idx="74">
                  <c:v>12</c:v>
                </c:pt>
                <c:pt idx="75">
                  <c:v>9</c:v>
                </c:pt>
                <c:pt idx="76">
                  <c:v>11</c:v>
                </c:pt>
                <c:pt idx="77">
                  <c:v>11</c:v>
                </c:pt>
                <c:pt idx="78">
                  <c:v>8</c:v>
                </c:pt>
                <c:pt idx="79">
                  <c:v>5</c:v>
                </c:pt>
                <c:pt idx="80">
                  <c:v>12</c:v>
                </c:pt>
                <c:pt idx="81">
                  <c:v>10</c:v>
                </c:pt>
                <c:pt idx="82">
                  <c:v>6</c:v>
                </c:pt>
                <c:pt idx="83">
                  <c:v>15</c:v>
                </c:pt>
                <c:pt idx="84">
                  <c:v>10</c:v>
                </c:pt>
                <c:pt idx="85">
                  <c:v>9</c:v>
                </c:pt>
                <c:pt idx="86">
                  <c:v>7</c:v>
                </c:pt>
                <c:pt idx="87">
                  <c:v>14</c:v>
                </c:pt>
                <c:pt idx="88">
                  <c:v>10</c:v>
                </c:pt>
                <c:pt idx="89">
                  <c:v>6</c:v>
                </c:pt>
                <c:pt idx="90">
                  <c:v>7</c:v>
                </c:pt>
                <c:pt idx="91">
                  <c:v>17</c:v>
                </c:pt>
                <c:pt idx="92">
                  <c:v>6</c:v>
                </c:pt>
                <c:pt idx="93">
                  <c:v>10</c:v>
                </c:pt>
                <c:pt idx="94">
                  <c:v>13</c:v>
                </c:pt>
                <c:pt idx="95">
                  <c:v>10</c:v>
                </c:pt>
                <c:pt idx="96">
                  <c:v>15</c:v>
                </c:pt>
                <c:pt idx="97">
                  <c:v>9</c:v>
                </c:pt>
                <c:pt idx="98">
                  <c:v>14</c:v>
                </c:pt>
                <c:pt idx="99">
                  <c:v>9</c:v>
                </c:pt>
                <c:pt idx="100">
                  <c:v>7</c:v>
                </c:pt>
                <c:pt idx="101">
                  <c:v>17</c:v>
                </c:pt>
                <c:pt idx="102">
                  <c:v>13</c:v>
                </c:pt>
                <c:pt idx="103">
                  <c:v>6</c:v>
                </c:pt>
                <c:pt idx="104">
                  <c:v>18</c:v>
                </c:pt>
                <c:pt idx="105">
                  <c:v>11</c:v>
                </c:pt>
                <c:pt idx="106">
                  <c:v>8</c:v>
                </c:pt>
                <c:pt idx="107">
                  <c:v>18</c:v>
                </c:pt>
                <c:pt idx="108">
                  <c:v>13</c:v>
                </c:pt>
                <c:pt idx="109">
                  <c:v>15</c:v>
                </c:pt>
                <c:pt idx="110">
                  <c:v>19</c:v>
                </c:pt>
                <c:pt idx="111">
                  <c:v>10</c:v>
                </c:pt>
                <c:pt idx="112">
                  <c:v>13</c:v>
                </c:pt>
                <c:pt idx="113">
                  <c:v>19</c:v>
                </c:pt>
                <c:pt idx="114">
                  <c:v>9</c:v>
                </c:pt>
                <c:pt idx="115">
                  <c:v>15</c:v>
                </c:pt>
                <c:pt idx="116">
                  <c:v>13</c:v>
                </c:pt>
                <c:pt idx="117">
                  <c:v>14</c:v>
                </c:pt>
                <c:pt idx="118">
                  <c:v>7</c:v>
                </c:pt>
                <c:pt idx="119">
                  <c:v>13</c:v>
                </c:pt>
                <c:pt idx="120">
                  <c:v>15</c:v>
                </c:pt>
                <c:pt idx="121">
                  <c:v>14</c:v>
                </c:pt>
                <c:pt idx="122">
                  <c:v>13</c:v>
                </c:pt>
                <c:pt idx="123">
                  <c:v>11</c:v>
                </c:pt>
                <c:pt idx="124">
                  <c:v>7</c:v>
                </c:pt>
                <c:pt idx="125">
                  <c:v>13</c:v>
                </c:pt>
                <c:pt idx="126">
                  <c:v>10</c:v>
                </c:pt>
                <c:pt idx="127">
                  <c:v>8</c:v>
                </c:pt>
                <c:pt idx="128">
                  <c:v>4</c:v>
                </c:pt>
                <c:pt idx="129">
                  <c:v>18</c:v>
                </c:pt>
                <c:pt idx="130">
                  <c:v>0</c:v>
                </c:pt>
                <c:pt idx="131">
                  <c:v>0</c:v>
                </c:pt>
                <c:pt idx="132">
                  <c:v>13</c:v>
                </c:pt>
                <c:pt idx="133">
                  <c:v>11</c:v>
                </c:pt>
                <c:pt idx="134">
                  <c:v>0</c:v>
                </c:pt>
                <c:pt idx="135">
                  <c:v>0</c:v>
                </c:pt>
                <c:pt idx="136">
                  <c:v>0</c:v>
                </c:pt>
                <c:pt idx="137">
                  <c:v>0</c:v>
                </c:pt>
                <c:pt idx="138">
                  <c:v>12</c:v>
                </c:pt>
                <c:pt idx="139">
                  <c:v>16</c:v>
                </c:pt>
                <c:pt idx="140">
                  <c:v>9</c:v>
                </c:pt>
                <c:pt idx="141">
                  <c:v>9</c:v>
                </c:pt>
                <c:pt idx="142">
                  <c:v>11</c:v>
                </c:pt>
                <c:pt idx="143">
                  <c:v>14</c:v>
                </c:pt>
                <c:pt idx="144">
                  <c:v>0</c:v>
                </c:pt>
                <c:pt idx="145">
                  <c:v>11</c:v>
                </c:pt>
                <c:pt idx="146">
                  <c:v>7</c:v>
                </c:pt>
                <c:pt idx="147">
                  <c:v>11</c:v>
                </c:pt>
                <c:pt idx="148">
                  <c:v>6</c:v>
                </c:pt>
                <c:pt idx="149">
                  <c:v>9</c:v>
                </c:pt>
                <c:pt idx="150">
                  <c:v>5</c:v>
                </c:pt>
                <c:pt idx="151">
                  <c:v>13</c:v>
                </c:pt>
                <c:pt idx="152">
                  <c:v>10</c:v>
                </c:pt>
                <c:pt idx="153">
                  <c:v>0</c:v>
                </c:pt>
                <c:pt idx="154">
                  <c:v>11</c:v>
                </c:pt>
                <c:pt idx="155">
                  <c:v>8</c:v>
                </c:pt>
                <c:pt idx="156">
                  <c:v>12</c:v>
                </c:pt>
                <c:pt idx="157">
                  <c:v>8</c:v>
                </c:pt>
                <c:pt idx="158">
                  <c:v>15</c:v>
                </c:pt>
                <c:pt idx="159">
                  <c:v>12</c:v>
                </c:pt>
                <c:pt idx="160">
                  <c:v>6</c:v>
                </c:pt>
                <c:pt idx="161">
                  <c:v>9</c:v>
                </c:pt>
                <c:pt idx="162">
                  <c:v>0</c:v>
                </c:pt>
                <c:pt idx="163">
                  <c:v>10</c:v>
                </c:pt>
                <c:pt idx="164">
                  <c:v>8</c:v>
                </c:pt>
                <c:pt idx="165">
                  <c:v>11</c:v>
                </c:pt>
                <c:pt idx="166">
                  <c:v>10</c:v>
                </c:pt>
                <c:pt idx="167">
                  <c:v>15</c:v>
                </c:pt>
                <c:pt idx="168">
                  <c:v>7</c:v>
                </c:pt>
                <c:pt idx="169">
                  <c:v>14</c:v>
                </c:pt>
                <c:pt idx="170">
                  <c:v>5</c:v>
                </c:pt>
                <c:pt idx="171">
                  <c:v>15</c:v>
                </c:pt>
                <c:pt idx="172">
                  <c:v>11</c:v>
                </c:pt>
                <c:pt idx="173">
                  <c:v>7</c:v>
                </c:pt>
                <c:pt idx="174">
                  <c:v>11</c:v>
                </c:pt>
                <c:pt idx="175">
                  <c:v>9</c:v>
                </c:pt>
                <c:pt idx="176">
                  <c:v>13</c:v>
                </c:pt>
                <c:pt idx="177">
                  <c:v>5</c:v>
                </c:pt>
                <c:pt idx="178">
                  <c:v>8</c:v>
                </c:pt>
                <c:pt idx="179">
                  <c:v>10</c:v>
                </c:pt>
                <c:pt idx="180">
                  <c:v>8</c:v>
                </c:pt>
                <c:pt idx="181">
                  <c:v>13</c:v>
                </c:pt>
                <c:pt idx="182">
                  <c:v>17</c:v>
                </c:pt>
                <c:pt idx="183">
                  <c:v>9</c:v>
                </c:pt>
                <c:pt idx="184">
                  <c:v>13</c:v>
                </c:pt>
                <c:pt idx="185">
                  <c:v>12</c:v>
                </c:pt>
                <c:pt idx="186">
                  <c:v>12</c:v>
                </c:pt>
                <c:pt idx="187">
                  <c:v>15</c:v>
                </c:pt>
                <c:pt idx="188">
                  <c:v>7</c:v>
                </c:pt>
                <c:pt idx="189">
                  <c:v>9</c:v>
                </c:pt>
                <c:pt idx="190">
                  <c:v>12</c:v>
                </c:pt>
                <c:pt idx="191">
                  <c:v>8</c:v>
                </c:pt>
                <c:pt idx="192">
                  <c:v>8</c:v>
                </c:pt>
                <c:pt idx="193">
                  <c:v>9</c:v>
                </c:pt>
                <c:pt idx="194">
                  <c:v>14</c:v>
                </c:pt>
                <c:pt idx="195">
                  <c:v>15</c:v>
                </c:pt>
                <c:pt idx="196">
                  <c:v>15</c:v>
                </c:pt>
                <c:pt idx="197">
                  <c:v>9</c:v>
                </c:pt>
                <c:pt idx="198">
                  <c:v>18</c:v>
                </c:pt>
                <c:pt idx="199">
                  <c:v>9</c:v>
                </c:pt>
                <c:pt idx="200">
                  <c:v>16</c:v>
                </c:pt>
                <c:pt idx="201">
                  <c:v>10</c:v>
                </c:pt>
                <c:pt idx="202">
                  <c:v>9</c:v>
                </c:pt>
                <c:pt idx="203">
                  <c:v>6</c:v>
                </c:pt>
                <c:pt idx="204">
                  <c:v>10</c:v>
                </c:pt>
                <c:pt idx="205">
                  <c:v>9</c:v>
                </c:pt>
                <c:pt idx="206">
                  <c:v>7</c:v>
                </c:pt>
                <c:pt idx="207">
                  <c:v>12</c:v>
                </c:pt>
                <c:pt idx="208">
                  <c:v>9</c:v>
                </c:pt>
                <c:pt idx="209">
                  <c:v>7</c:v>
                </c:pt>
                <c:pt idx="210">
                  <c:v>8</c:v>
                </c:pt>
                <c:pt idx="211">
                  <c:v>12</c:v>
                </c:pt>
                <c:pt idx="212">
                  <c:v>13</c:v>
                </c:pt>
                <c:pt idx="213">
                  <c:v>7</c:v>
                </c:pt>
                <c:pt idx="214">
                  <c:v>10</c:v>
                </c:pt>
                <c:pt idx="215">
                  <c:v>15</c:v>
                </c:pt>
                <c:pt idx="216">
                  <c:v>6</c:v>
                </c:pt>
                <c:pt idx="217">
                  <c:v>6</c:v>
                </c:pt>
                <c:pt idx="218">
                  <c:v>7</c:v>
                </c:pt>
                <c:pt idx="219">
                  <c:v>10</c:v>
                </c:pt>
                <c:pt idx="220">
                  <c:v>6</c:v>
                </c:pt>
                <c:pt idx="221">
                  <c:v>5</c:v>
                </c:pt>
                <c:pt idx="222">
                  <c:v>16</c:v>
                </c:pt>
                <c:pt idx="223">
                  <c:v>13</c:v>
                </c:pt>
                <c:pt idx="224">
                  <c:v>13</c:v>
                </c:pt>
                <c:pt idx="225">
                  <c:v>8</c:v>
                </c:pt>
                <c:pt idx="226">
                  <c:v>15</c:v>
                </c:pt>
                <c:pt idx="227">
                  <c:v>11</c:v>
                </c:pt>
                <c:pt idx="228">
                  <c:v>8</c:v>
                </c:pt>
                <c:pt idx="229">
                  <c:v>10</c:v>
                </c:pt>
                <c:pt idx="230">
                  <c:v>13</c:v>
                </c:pt>
                <c:pt idx="231">
                  <c:v>11</c:v>
                </c:pt>
                <c:pt idx="232">
                  <c:v>9</c:v>
                </c:pt>
                <c:pt idx="233">
                  <c:v>13</c:v>
                </c:pt>
                <c:pt idx="234">
                  <c:v>7</c:v>
                </c:pt>
                <c:pt idx="235">
                  <c:v>9</c:v>
                </c:pt>
                <c:pt idx="236">
                  <c:v>13</c:v>
                </c:pt>
                <c:pt idx="237">
                  <c:v>12</c:v>
                </c:pt>
                <c:pt idx="238">
                  <c:v>11</c:v>
                </c:pt>
                <c:pt idx="239">
                  <c:v>7</c:v>
                </c:pt>
                <c:pt idx="240">
                  <c:v>12</c:v>
                </c:pt>
                <c:pt idx="241">
                  <c:v>11</c:v>
                </c:pt>
                <c:pt idx="242">
                  <c:v>0</c:v>
                </c:pt>
                <c:pt idx="243">
                  <c:v>12</c:v>
                </c:pt>
                <c:pt idx="244">
                  <c:v>0</c:v>
                </c:pt>
                <c:pt idx="245">
                  <c:v>18</c:v>
                </c:pt>
                <c:pt idx="246">
                  <c:v>12</c:v>
                </c:pt>
                <c:pt idx="247">
                  <c:v>8</c:v>
                </c:pt>
                <c:pt idx="248">
                  <c:v>5</c:v>
                </c:pt>
                <c:pt idx="249">
                  <c:v>15</c:v>
                </c:pt>
                <c:pt idx="250">
                  <c:v>8</c:v>
                </c:pt>
                <c:pt idx="251">
                  <c:v>10</c:v>
                </c:pt>
                <c:pt idx="252">
                  <c:v>9</c:v>
                </c:pt>
                <c:pt idx="253">
                  <c:v>9</c:v>
                </c:pt>
                <c:pt idx="254">
                  <c:v>12</c:v>
                </c:pt>
                <c:pt idx="255">
                  <c:v>9</c:v>
                </c:pt>
                <c:pt idx="256">
                  <c:v>12</c:v>
                </c:pt>
                <c:pt idx="257">
                  <c:v>11</c:v>
                </c:pt>
                <c:pt idx="258">
                  <c:v>14</c:v>
                </c:pt>
                <c:pt idx="259">
                  <c:v>9</c:v>
                </c:pt>
                <c:pt idx="260">
                  <c:v>18</c:v>
                </c:pt>
                <c:pt idx="261">
                  <c:v>8</c:v>
                </c:pt>
                <c:pt idx="262">
                  <c:v>12</c:v>
                </c:pt>
                <c:pt idx="263">
                  <c:v>9</c:v>
                </c:pt>
                <c:pt idx="264">
                  <c:v>10</c:v>
                </c:pt>
                <c:pt idx="265">
                  <c:v>17</c:v>
                </c:pt>
                <c:pt idx="266">
                  <c:v>9</c:v>
                </c:pt>
                <c:pt idx="267">
                  <c:v>10</c:v>
                </c:pt>
                <c:pt idx="268">
                  <c:v>9</c:v>
                </c:pt>
                <c:pt idx="269">
                  <c:v>0</c:v>
                </c:pt>
                <c:pt idx="270">
                  <c:v>9</c:v>
                </c:pt>
                <c:pt idx="271">
                  <c:v>14</c:v>
                </c:pt>
                <c:pt idx="272">
                  <c:v>11</c:v>
                </c:pt>
                <c:pt idx="273">
                  <c:v>14</c:v>
                </c:pt>
                <c:pt idx="274">
                  <c:v>10</c:v>
                </c:pt>
                <c:pt idx="275">
                  <c:v>12</c:v>
                </c:pt>
                <c:pt idx="276">
                  <c:v>9</c:v>
                </c:pt>
                <c:pt idx="277">
                  <c:v>9</c:v>
                </c:pt>
                <c:pt idx="278">
                  <c:v>8</c:v>
                </c:pt>
                <c:pt idx="279">
                  <c:v>11</c:v>
                </c:pt>
                <c:pt idx="280">
                  <c:v>8</c:v>
                </c:pt>
                <c:pt idx="281">
                  <c:v>9</c:v>
                </c:pt>
                <c:pt idx="282">
                  <c:v>12</c:v>
                </c:pt>
                <c:pt idx="283">
                  <c:v>9</c:v>
                </c:pt>
                <c:pt idx="284">
                  <c:v>9</c:v>
                </c:pt>
                <c:pt idx="285">
                  <c:v>10</c:v>
                </c:pt>
                <c:pt idx="286">
                  <c:v>18</c:v>
                </c:pt>
                <c:pt idx="287">
                  <c:v>12</c:v>
                </c:pt>
                <c:pt idx="288">
                  <c:v>14</c:v>
                </c:pt>
                <c:pt idx="289">
                  <c:v>13</c:v>
                </c:pt>
                <c:pt idx="290">
                  <c:v>11</c:v>
                </c:pt>
                <c:pt idx="291">
                  <c:v>15</c:v>
                </c:pt>
                <c:pt idx="292">
                  <c:v>12</c:v>
                </c:pt>
                <c:pt idx="293">
                  <c:v>18</c:v>
                </c:pt>
                <c:pt idx="294">
                  <c:v>13</c:v>
                </c:pt>
                <c:pt idx="295">
                  <c:v>12</c:v>
                </c:pt>
                <c:pt idx="296">
                  <c:v>9</c:v>
                </c:pt>
                <c:pt idx="297">
                  <c:v>8</c:v>
                </c:pt>
                <c:pt idx="298">
                  <c:v>13</c:v>
                </c:pt>
                <c:pt idx="299">
                  <c:v>15</c:v>
                </c:pt>
                <c:pt idx="300">
                  <c:v>10</c:v>
                </c:pt>
                <c:pt idx="301">
                  <c:v>11</c:v>
                </c:pt>
                <c:pt idx="302">
                  <c:v>12</c:v>
                </c:pt>
                <c:pt idx="303">
                  <c:v>17</c:v>
                </c:pt>
                <c:pt idx="304">
                  <c:v>14</c:v>
                </c:pt>
                <c:pt idx="305">
                  <c:v>12</c:v>
                </c:pt>
                <c:pt idx="306">
                  <c:v>18</c:v>
                </c:pt>
                <c:pt idx="307">
                  <c:v>9</c:v>
                </c:pt>
                <c:pt idx="308">
                  <c:v>12</c:v>
                </c:pt>
                <c:pt idx="309">
                  <c:v>10</c:v>
                </c:pt>
                <c:pt idx="310">
                  <c:v>9</c:v>
                </c:pt>
                <c:pt idx="311">
                  <c:v>12</c:v>
                </c:pt>
                <c:pt idx="312">
                  <c:v>11</c:v>
                </c:pt>
                <c:pt idx="313">
                  <c:v>10</c:v>
                </c:pt>
                <c:pt idx="314">
                  <c:v>13</c:v>
                </c:pt>
                <c:pt idx="315">
                  <c:v>11</c:v>
                </c:pt>
                <c:pt idx="316">
                  <c:v>8</c:v>
                </c:pt>
                <c:pt idx="317">
                  <c:v>10</c:v>
                </c:pt>
                <c:pt idx="318">
                  <c:v>11</c:v>
                </c:pt>
                <c:pt idx="319">
                  <c:v>11</c:v>
                </c:pt>
                <c:pt idx="320">
                  <c:v>13</c:v>
                </c:pt>
                <c:pt idx="321">
                  <c:v>9</c:v>
                </c:pt>
                <c:pt idx="322">
                  <c:v>11</c:v>
                </c:pt>
                <c:pt idx="323">
                  <c:v>14</c:v>
                </c:pt>
                <c:pt idx="324">
                  <c:v>15</c:v>
                </c:pt>
                <c:pt idx="325">
                  <c:v>12</c:v>
                </c:pt>
                <c:pt idx="326">
                  <c:v>15</c:v>
                </c:pt>
                <c:pt idx="327">
                  <c:v>10</c:v>
                </c:pt>
                <c:pt idx="328">
                  <c:v>9</c:v>
                </c:pt>
                <c:pt idx="329">
                  <c:v>14</c:v>
                </c:pt>
                <c:pt idx="330">
                  <c:v>8</c:v>
                </c:pt>
                <c:pt idx="331">
                  <c:v>14</c:v>
                </c:pt>
                <c:pt idx="332">
                  <c:v>0</c:v>
                </c:pt>
                <c:pt idx="333">
                  <c:v>8</c:v>
                </c:pt>
                <c:pt idx="334">
                  <c:v>9</c:v>
                </c:pt>
                <c:pt idx="335">
                  <c:v>15</c:v>
                </c:pt>
                <c:pt idx="336">
                  <c:v>13</c:v>
                </c:pt>
                <c:pt idx="337">
                  <c:v>8</c:v>
                </c:pt>
                <c:pt idx="338">
                  <c:v>15</c:v>
                </c:pt>
                <c:pt idx="339">
                  <c:v>10</c:v>
                </c:pt>
                <c:pt idx="340">
                  <c:v>12</c:v>
                </c:pt>
                <c:pt idx="341">
                  <c:v>10</c:v>
                </c:pt>
                <c:pt idx="342">
                  <c:v>15</c:v>
                </c:pt>
                <c:pt idx="343">
                  <c:v>8</c:v>
                </c:pt>
                <c:pt idx="344">
                  <c:v>10</c:v>
                </c:pt>
                <c:pt idx="345">
                  <c:v>13</c:v>
                </c:pt>
                <c:pt idx="346">
                  <c:v>15</c:v>
                </c:pt>
                <c:pt idx="347">
                  <c:v>10</c:v>
                </c:pt>
                <c:pt idx="348">
                  <c:v>15</c:v>
                </c:pt>
                <c:pt idx="349">
                  <c:v>13</c:v>
                </c:pt>
                <c:pt idx="350">
                  <c:v>7</c:v>
                </c:pt>
                <c:pt idx="351">
                  <c:v>13</c:v>
                </c:pt>
                <c:pt idx="352">
                  <c:v>7</c:v>
                </c:pt>
                <c:pt idx="353">
                  <c:v>8</c:v>
                </c:pt>
                <c:pt idx="354">
                  <c:v>11</c:v>
                </c:pt>
                <c:pt idx="355">
                  <c:v>9</c:v>
                </c:pt>
                <c:pt idx="356">
                  <c:v>13</c:v>
                </c:pt>
                <c:pt idx="357">
                  <c:v>12</c:v>
                </c:pt>
                <c:pt idx="358">
                  <c:v>10</c:v>
                </c:pt>
                <c:pt idx="359">
                  <c:v>16</c:v>
                </c:pt>
                <c:pt idx="360">
                  <c:v>13</c:v>
                </c:pt>
                <c:pt idx="361">
                  <c:v>12</c:v>
                </c:pt>
                <c:pt idx="362">
                  <c:v>11</c:v>
                </c:pt>
                <c:pt idx="363">
                  <c:v>15</c:v>
                </c:pt>
                <c:pt idx="364">
                  <c:v>11</c:v>
                </c:pt>
                <c:pt idx="365">
                  <c:v>10</c:v>
                </c:pt>
                <c:pt idx="366">
                  <c:v>13</c:v>
                </c:pt>
                <c:pt idx="367">
                  <c:v>6</c:v>
                </c:pt>
                <c:pt idx="368">
                  <c:v>10</c:v>
                </c:pt>
                <c:pt idx="369">
                  <c:v>12</c:v>
                </c:pt>
                <c:pt idx="370">
                  <c:v>7</c:v>
                </c:pt>
                <c:pt idx="371">
                  <c:v>12</c:v>
                </c:pt>
                <c:pt idx="372">
                  <c:v>11</c:v>
                </c:pt>
                <c:pt idx="373">
                  <c:v>5</c:v>
                </c:pt>
                <c:pt idx="374">
                  <c:v>18</c:v>
                </c:pt>
                <c:pt idx="375">
                  <c:v>8</c:v>
                </c:pt>
                <c:pt idx="376">
                  <c:v>14</c:v>
                </c:pt>
                <c:pt idx="377">
                  <c:v>9</c:v>
                </c:pt>
                <c:pt idx="378">
                  <c:v>15</c:v>
                </c:pt>
                <c:pt idx="379">
                  <c:v>10</c:v>
                </c:pt>
                <c:pt idx="380">
                  <c:v>14</c:v>
                </c:pt>
                <c:pt idx="381">
                  <c:v>6</c:v>
                </c:pt>
                <c:pt idx="382">
                  <c:v>11</c:v>
                </c:pt>
                <c:pt idx="383">
                  <c:v>5</c:v>
                </c:pt>
                <c:pt idx="384">
                  <c:v>5</c:v>
                </c:pt>
                <c:pt idx="385">
                  <c:v>9</c:v>
                </c:pt>
                <c:pt idx="386">
                  <c:v>5</c:v>
                </c:pt>
                <c:pt idx="387">
                  <c:v>5</c:v>
                </c:pt>
                <c:pt idx="388">
                  <c:v>9</c:v>
                </c:pt>
                <c:pt idx="389">
                  <c:v>5</c:v>
                </c:pt>
                <c:pt idx="390">
                  <c:v>9</c:v>
                </c:pt>
                <c:pt idx="391">
                  <c:v>16</c:v>
                </c:pt>
                <c:pt idx="392">
                  <c:v>8</c:v>
                </c:pt>
                <c:pt idx="393">
                  <c:v>12</c:v>
                </c:pt>
                <c:pt idx="394">
                  <c:v>9</c:v>
                </c:pt>
              </c:numCache>
            </c:numRef>
          </c:xVal>
          <c:yVal>
            <c:numRef>
              <c:f>'Chart Data'!$B$2:$B$396</c:f>
              <c:numCache>
                <c:formatCode>General</c:formatCode>
                <c:ptCount val="395"/>
                <c:pt idx="0">
                  <c:v>6</c:v>
                </c:pt>
                <c:pt idx="1">
                  <c:v>6</c:v>
                </c:pt>
                <c:pt idx="2">
                  <c:v>10</c:v>
                </c:pt>
                <c:pt idx="3">
                  <c:v>15</c:v>
                </c:pt>
                <c:pt idx="4">
                  <c:v>10</c:v>
                </c:pt>
                <c:pt idx="5">
                  <c:v>15</c:v>
                </c:pt>
                <c:pt idx="6">
                  <c:v>11</c:v>
                </c:pt>
                <c:pt idx="7">
                  <c:v>6</c:v>
                </c:pt>
                <c:pt idx="8">
                  <c:v>19</c:v>
                </c:pt>
                <c:pt idx="9">
                  <c:v>15</c:v>
                </c:pt>
                <c:pt idx="10">
                  <c:v>9</c:v>
                </c:pt>
                <c:pt idx="11">
                  <c:v>12</c:v>
                </c:pt>
                <c:pt idx="12">
                  <c:v>14</c:v>
                </c:pt>
                <c:pt idx="13">
                  <c:v>11</c:v>
                </c:pt>
                <c:pt idx="14">
                  <c:v>16</c:v>
                </c:pt>
                <c:pt idx="15">
                  <c:v>14</c:v>
                </c:pt>
                <c:pt idx="16">
                  <c:v>14</c:v>
                </c:pt>
                <c:pt idx="17">
                  <c:v>10</c:v>
                </c:pt>
                <c:pt idx="18">
                  <c:v>5</c:v>
                </c:pt>
                <c:pt idx="19">
                  <c:v>10</c:v>
                </c:pt>
                <c:pt idx="20">
                  <c:v>15</c:v>
                </c:pt>
                <c:pt idx="21">
                  <c:v>15</c:v>
                </c:pt>
                <c:pt idx="22">
                  <c:v>16</c:v>
                </c:pt>
                <c:pt idx="23">
                  <c:v>12</c:v>
                </c:pt>
                <c:pt idx="24">
                  <c:v>8</c:v>
                </c:pt>
                <c:pt idx="25">
                  <c:v>8</c:v>
                </c:pt>
                <c:pt idx="26">
                  <c:v>11</c:v>
                </c:pt>
                <c:pt idx="27">
                  <c:v>15</c:v>
                </c:pt>
                <c:pt idx="28">
                  <c:v>11</c:v>
                </c:pt>
                <c:pt idx="29">
                  <c:v>11</c:v>
                </c:pt>
                <c:pt idx="30">
                  <c:v>12</c:v>
                </c:pt>
                <c:pt idx="31">
                  <c:v>17</c:v>
                </c:pt>
                <c:pt idx="32">
                  <c:v>16</c:v>
                </c:pt>
                <c:pt idx="33">
                  <c:v>12</c:v>
                </c:pt>
                <c:pt idx="34">
                  <c:v>15</c:v>
                </c:pt>
                <c:pt idx="35">
                  <c:v>6</c:v>
                </c:pt>
                <c:pt idx="36">
                  <c:v>18</c:v>
                </c:pt>
                <c:pt idx="37">
                  <c:v>15</c:v>
                </c:pt>
                <c:pt idx="38">
                  <c:v>11</c:v>
                </c:pt>
                <c:pt idx="39">
                  <c:v>13</c:v>
                </c:pt>
                <c:pt idx="40">
                  <c:v>11</c:v>
                </c:pt>
                <c:pt idx="41">
                  <c:v>12</c:v>
                </c:pt>
                <c:pt idx="42">
                  <c:v>18</c:v>
                </c:pt>
                <c:pt idx="43">
                  <c:v>11</c:v>
                </c:pt>
                <c:pt idx="44">
                  <c:v>9</c:v>
                </c:pt>
                <c:pt idx="45">
                  <c:v>6</c:v>
                </c:pt>
                <c:pt idx="46">
                  <c:v>11</c:v>
                </c:pt>
                <c:pt idx="47">
                  <c:v>20</c:v>
                </c:pt>
                <c:pt idx="48">
                  <c:v>14</c:v>
                </c:pt>
                <c:pt idx="49">
                  <c:v>7</c:v>
                </c:pt>
                <c:pt idx="50">
                  <c:v>13</c:v>
                </c:pt>
                <c:pt idx="51">
                  <c:v>13</c:v>
                </c:pt>
                <c:pt idx="52">
                  <c:v>10</c:v>
                </c:pt>
                <c:pt idx="53">
                  <c:v>11</c:v>
                </c:pt>
                <c:pt idx="54">
                  <c:v>13</c:v>
                </c:pt>
                <c:pt idx="55">
                  <c:v>10</c:v>
                </c:pt>
                <c:pt idx="56">
                  <c:v>15</c:v>
                </c:pt>
                <c:pt idx="57">
                  <c:v>15</c:v>
                </c:pt>
                <c:pt idx="58">
                  <c:v>9</c:v>
                </c:pt>
                <c:pt idx="59">
                  <c:v>16</c:v>
                </c:pt>
                <c:pt idx="60">
                  <c:v>11</c:v>
                </c:pt>
                <c:pt idx="61">
                  <c:v>11</c:v>
                </c:pt>
                <c:pt idx="62">
                  <c:v>9</c:v>
                </c:pt>
                <c:pt idx="63">
                  <c:v>9</c:v>
                </c:pt>
                <c:pt idx="64">
                  <c:v>10</c:v>
                </c:pt>
                <c:pt idx="65">
                  <c:v>15</c:v>
                </c:pt>
                <c:pt idx="66">
                  <c:v>12</c:v>
                </c:pt>
                <c:pt idx="67">
                  <c:v>6</c:v>
                </c:pt>
                <c:pt idx="68">
                  <c:v>8</c:v>
                </c:pt>
                <c:pt idx="69">
                  <c:v>16</c:v>
                </c:pt>
                <c:pt idx="70">
                  <c:v>15</c:v>
                </c:pt>
                <c:pt idx="71">
                  <c:v>10</c:v>
                </c:pt>
                <c:pt idx="72">
                  <c:v>5</c:v>
                </c:pt>
                <c:pt idx="73">
                  <c:v>14</c:v>
                </c:pt>
                <c:pt idx="74">
                  <c:v>11</c:v>
                </c:pt>
                <c:pt idx="75">
                  <c:v>10</c:v>
                </c:pt>
                <c:pt idx="76">
                  <c:v>10</c:v>
                </c:pt>
                <c:pt idx="77">
                  <c:v>11</c:v>
                </c:pt>
                <c:pt idx="78">
                  <c:v>10</c:v>
                </c:pt>
                <c:pt idx="79">
                  <c:v>5</c:v>
                </c:pt>
                <c:pt idx="80">
                  <c:v>12</c:v>
                </c:pt>
                <c:pt idx="81">
                  <c:v>11</c:v>
                </c:pt>
                <c:pt idx="82">
                  <c:v>6</c:v>
                </c:pt>
                <c:pt idx="83">
                  <c:v>15</c:v>
                </c:pt>
                <c:pt idx="84">
                  <c:v>10</c:v>
                </c:pt>
                <c:pt idx="85">
                  <c:v>8</c:v>
                </c:pt>
                <c:pt idx="86">
                  <c:v>6</c:v>
                </c:pt>
                <c:pt idx="87">
                  <c:v>14</c:v>
                </c:pt>
                <c:pt idx="88">
                  <c:v>10</c:v>
                </c:pt>
                <c:pt idx="89">
                  <c:v>7</c:v>
                </c:pt>
                <c:pt idx="90">
                  <c:v>8</c:v>
                </c:pt>
                <c:pt idx="91">
                  <c:v>18</c:v>
                </c:pt>
                <c:pt idx="92">
                  <c:v>6</c:v>
                </c:pt>
                <c:pt idx="93">
                  <c:v>10</c:v>
                </c:pt>
                <c:pt idx="94">
                  <c:v>14</c:v>
                </c:pt>
                <c:pt idx="95">
                  <c:v>10</c:v>
                </c:pt>
                <c:pt idx="96">
                  <c:v>15</c:v>
                </c:pt>
                <c:pt idx="97">
                  <c:v>10</c:v>
                </c:pt>
                <c:pt idx="98">
                  <c:v>14</c:v>
                </c:pt>
                <c:pt idx="99">
                  <c:v>8</c:v>
                </c:pt>
                <c:pt idx="100">
                  <c:v>5</c:v>
                </c:pt>
                <c:pt idx="101">
                  <c:v>17</c:v>
                </c:pt>
                <c:pt idx="102">
                  <c:v>14</c:v>
                </c:pt>
                <c:pt idx="103">
                  <c:v>6</c:v>
                </c:pt>
                <c:pt idx="104">
                  <c:v>18</c:v>
                </c:pt>
                <c:pt idx="105">
                  <c:v>11</c:v>
                </c:pt>
                <c:pt idx="106">
                  <c:v>8</c:v>
                </c:pt>
                <c:pt idx="107">
                  <c:v>18</c:v>
                </c:pt>
                <c:pt idx="108">
                  <c:v>13</c:v>
                </c:pt>
                <c:pt idx="109">
                  <c:v>16</c:v>
                </c:pt>
                <c:pt idx="110">
                  <c:v>19</c:v>
                </c:pt>
                <c:pt idx="111">
                  <c:v>10</c:v>
                </c:pt>
                <c:pt idx="112">
                  <c:v>13</c:v>
                </c:pt>
                <c:pt idx="113">
                  <c:v>19</c:v>
                </c:pt>
                <c:pt idx="114">
                  <c:v>9</c:v>
                </c:pt>
                <c:pt idx="115">
                  <c:v>16</c:v>
                </c:pt>
                <c:pt idx="116">
                  <c:v>14</c:v>
                </c:pt>
                <c:pt idx="117">
                  <c:v>13</c:v>
                </c:pt>
                <c:pt idx="118">
                  <c:v>8</c:v>
                </c:pt>
                <c:pt idx="119">
                  <c:v>13</c:v>
                </c:pt>
                <c:pt idx="120">
                  <c:v>15</c:v>
                </c:pt>
                <c:pt idx="121">
                  <c:v>15</c:v>
                </c:pt>
                <c:pt idx="122">
                  <c:v>13</c:v>
                </c:pt>
                <c:pt idx="123">
                  <c:v>13</c:v>
                </c:pt>
                <c:pt idx="124">
                  <c:v>8</c:v>
                </c:pt>
                <c:pt idx="125">
                  <c:v>12</c:v>
                </c:pt>
                <c:pt idx="126">
                  <c:v>11</c:v>
                </c:pt>
                <c:pt idx="127">
                  <c:v>9</c:v>
                </c:pt>
                <c:pt idx="128">
                  <c:v>0</c:v>
                </c:pt>
                <c:pt idx="129">
                  <c:v>18</c:v>
                </c:pt>
                <c:pt idx="130">
                  <c:v>0</c:v>
                </c:pt>
                <c:pt idx="131">
                  <c:v>0</c:v>
                </c:pt>
                <c:pt idx="132">
                  <c:v>12</c:v>
                </c:pt>
                <c:pt idx="133">
                  <c:v>11</c:v>
                </c:pt>
                <c:pt idx="134">
                  <c:v>0</c:v>
                </c:pt>
                <c:pt idx="135">
                  <c:v>0</c:v>
                </c:pt>
                <c:pt idx="136">
                  <c:v>0</c:v>
                </c:pt>
                <c:pt idx="137">
                  <c:v>0</c:v>
                </c:pt>
                <c:pt idx="138">
                  <c:v>12</c:v>
                </c:pt>
                <c:pt idx="139">
                  <c:v>15</c:v>
                </c:pt>
                <c:pt idx="140">
                  <c:v>0</c:v>
                </c:pt>
                <c:pt idx="141">
                  <c:v>9</c:v>
                </c:pt>
                <c:pt idx="142">
                  <c:v>11</c:v>
                </c:pt>
                <c:pt idx="143">
                  <c:v>13</c:v>
                </c:pt>
                <c:pt idx="144">
                  <c:v>0</c:v>
                </c:pt>
                <c:pt idx="145">
                  <c:v>11</c:v>
                </c:pt>
                <c:pt idx="146">
                  <c:v>0</c:v>
                </c:pt>
                <c:pt idx="147">
                  <c:v>11</c:v>
                </c:pt>
                <c:pt idx="148">
                  <c:v>0</c:v>
                </c:pt>
                <c:pt idx="149">
                  <c:v>10</c:v>
                </c:pt>
                <c:pt idx="150">
                  <c:v>0</c:v>
                </c:pt>
                <c:pt idx="151">
                  <c:v>14</c:v>
                </c:pt>
                <c:pt idx="152">
                  <c:v>10</c:v>
                </c:pt>
                <c:pt idx="153">
                  <c:v>0</c:v>
                </c:pt>
                <c:pt idx="154">
                  <c:v>12</c:v>
                </c:pt>
                <c:pt idx="155">
                  <c:v>8</c:v>
                </c:pt>
                <c:pt idx="156">
                  <c:v>13</c:v>
                </c:pt>
                <c:pt idx="157">
                  <c:v>10</c:v>
                </c:pt>
                <c:pt idx="158">
                  <c:v>15</c:v>
                </c:pt>
                <c:pt idx="159">
                  <c:v>12</c:v>
                </c:pt>
                <c:pt idx="160">
                  <c:v>0</c:v>
                </c:pt>
                <c:pt idx="161">
                  <c:v>7</c:v>
                </c:pt>
                <c:pt idx="162">
                  <c:v>0</c:v>
                </c:pt>
                <c:pt idx="163">
                  <c:v>10</c:v>
                </c:pt>
                <c:pt idx="164">
                  <c:v>7</c:v>
                </c:pt>
                <c:pt idx="165">
                  <c:v>12</c:v>
                </c:pt>
                <c:pt idx="166">
                  <c:v>10</c:v>
                </c:pt>
                <c:pt idx="167">
                  <c:v>16</c:v>
                </c:pt>
                <c:pt idx="168">
                  <c:v>0</c:v>
                </c:pt>
                <c:pt idx="169">
                  <c:v>14</c:v>
                </c:pt>
                <c:pt idx="170">
                  <c:v>0</c:v>
                </c:pt>
                <c:pt idx="171">
                  <c:v>16</c:v>
                </c:pt>
                <c:pt idx="172">
                  <c:v>10</c:v>
                </c:pt>
                <c:pt idx="173">
                  <c:v>0</c:v>
                </c:pt>
                <c:pt idx="174">
                  <c:v>9</c:v>
                </c:pt>
                <c:pt idx="175">
                  <c:v>9</c:v>
                </c:pt>
                <c:pt idx="176">
                  <c:v>11</c:v>
                </c:pt>
                <c:pt idx="177">
                  <c:v>6</c:v>
                </c:pt>
                <c:pt idx="178">
                  <c:v>9</c:v>
                </c:pt>
                <c:pt idx="179">
                  <c:v>11</c:v>
                </c:pt>
                <c:pt idx="180">
                  <c:v>8</c:v>
                </c:pt>
                <c:pt idx="181">
                  <c:v>12</c:v>
                </c:pt>
                <c:pt idx="182">
                  <c:v>17</c:v>
                </c:pt>
                <c:pt idx="183">
                  <c:v>8</c:v>
                </c:pt>
                <c:pt idx="184">
                  <c:v>12</c:v>
                </c:pt>
                <c:pt idx="185">
                  <c:v>11</c:v>
                </c:pt>
                <c:pt idx="186">
                  <c:v>11</c:v>
                </c:pt>
                <c:pt idx="187">
                  <c:v>15</c:v>
                </c:pt>
                <c:pt idx="188">
                  <c:v>9</c:v>
                </c:pt>
                <c:pt idx="189">
                  <c:v>10</c:v>
                </c:pt>
                <c:pt idx="190">
                  <c:v>13</c:v>
                </c:pt>
                <c:pt idx="191">
                  <c:v>9</c:v>
                </c:pt>
                <c:pt idx="192">
                  <c:v>8</c:v>
                </c:pt>
                <c:pt idx="193">
                  <c:v>10</c:v>
                </c:pt>
                <c:pt idx="194">
                  <c:v>14</c:v>
                </c:pt>
                <c:pt idx="195">
                  <c:v>15</c:v>
                </c:pt>
                <c:pt idx="196">
                  <c:v>16</c:v>
                </c:pt>
                <c:pt idx="197">
                  <c:v>10</c:v>
                </c:pt>
                <c:pt idx="198">
                  <c:v>18</c:v>
                </c:pt>
                <c:pt idx="199">
                  <c:v>10</c:v>
                </c:pt>
                <c:pt idx="200">
                  <c:v>16</c:v>
                </c:pt>
                <c:pt idx="201">
                  <c:v>10</c:v>
                </c:pt>
                <c:pt idx="202">
                  <c:v>10</c:v>
                </c:pt>
                <c:pt idx="203">
                  <c:v>6</c:v>
                </c:pt>
                <c:pt idx="204">
                  <c:v>11</c:v>
                </c:pt>
                <c:pt idx="205">
                  <c:v>9</c:v>
                </c:pt>
                <c:pt idx="206">
                  <c:v>7</c:v>
                </c:pt>
                <c:pt idx="207">
                  <c:v>13</c:v>
                </c:pt>
                <c:pt idx="208">
                  <c:v>10</c:v>
                </c:pt>
                <c:pt idx="209">
                  <c:v>7</c:v>
                </c:pt>
                <c:pt idx="210">
                  <c:v>8</c:v>
                </c:pt>
                <c:pt idx="211">
                  <c:v>13</c:v>
                </c:pt>
                <c:pt idx="212">
                  <c:v>14</c:v>
                </c:pt>
                <c:pt idx="213">
                  <c:v>8</c:v>
                </c:pt>
                <c:pt idx="214">
                  <c:v>10</c:v>
                </c:pt>
                <c:pt idx="215">
                  <c:v>15</c:v>
                </c:pt>
                <c:pt idx="216">
                  <c:v>4</c:v>
                </c:pt>
                <c:pt idx="217">
                  <c:v>8</c:v>
                </c:pt>
                <c:pt idx="218">
                  <c:v>8</c:v>
                </c:pt>
                <c:pt idx="219">
                  <c:v>10</c:v>
                </c:pt>
                <c:pt idx="220">
                  <c:v>6</c:v>
                </c:pt>
                <c:pt idx="221">
                  <c:v>0</c:v>
                </c:pt>
                <c:pt idx="222">
                  <c:v>17</c:v>
                </c:pt>
                <c:pt idx="223">
                  <c:v>13</c:v>
                </c:pt>
                <c:pt idx="224">
                  <c:v>14</c:v>
                </c:pt>
                <c:pt idx="225">
                  <c:v>7</c:v>
                </c:pt>
                <c:pt idx="226">
                  <c:v>15</c:v>
                </c:pt>
                <c:pt idx="227">
                  <c:v>12</c:v>
                </c:pt>
                <c:pt idx="228">
                  <c:v>9</c:v>
                </c:pt>
                <c:pt idx="229">
                  <c:v>12</c:v>
                </c:pt>
                <c:pt idx="230">
                  <c:v>14</c:v>
                </c:pt>
                <c:pt idx="231">
                  <c:v>11</c:v>
                </c:pt>
                <c:pt idx="232">
                  <c:v>9</c:v>
                </c:pt>
                <c:pt idx="233">
                  <c:v>13</c:v>
                </c:pt>
                <c:pt idx="234">
                  <c:v>6</c:v>
                </c:pt>
                <c:pt idx="235">
                  <c:v>10</c:v>
                </c:pt>
                <c:pt idx="236">
                  <c:v>13</c:v>
                </c:pt>
                <c:pt idx="237">
                  <c:v>12</c:v>
                </c:pt>
                <c:pt idx="238">
                  <c:v>11</c:v>
                </c:pt>
                <c:pt idx="239">
                  <c:v>0</c:v>
                </c:pt>
                <c:pt idx="240">
                  <c:v>12</c:v>
                </c:pt>
                <c:pt idx="241">
                  <c:v>12</c:v>
                </c:pt>
                <c:pt idx="242">
                  <c:v>0</c:v>
                </c:pt>
                <c:pt idx="243">
                  <c:v>12</c:v>
                </c:pt>
                <c:pt idx="244">
                  <c:v>0</c:v>
                </c:pt>
                <c:pt idx="245">
                  <c:v>18</c:v>
                </c:pt>
                <c:pt idx="246">
                  <c:v>13</c:v>
                </c:pt>
                <c:pt idx="247">
                  <c:v>8</c:v>
                </c:pt>
                <c:pt idx="248">
                  <c:v>5</c:v>
                </c:pt>
                <c:pt idx="249">
                  <c:v>15</c:v>
                </c:pt>
                <c:pt idx="250">
                  <c:v>8</c:v>
                </c:pt>
                <c:pt idx="251">
                  <c:v>10</c:v>
                </c:pt>
                <c:pt idx="252">
                  <c:v>8</c:v>
                </c:pt>
                <c:pt idx="253">
                  <c:v>8</c:v>
                </c:pt>
                <c:pt idx="254">
                  <c:v>12</c:v>
                </c:pt>
                <c:pt idx="255">
                  <c:v>8</c:v>
                </c:pt>
                <c:pt idx="256">
                  <c:v>13</c:v>
                </c:pt>
                <c:pt idx="257">
                  <c:v>11</c:v>
                </c:pt>
                <c:pt idx="258">
                  <c:v>14</c:v>
                </c:pt>
                <c:pt idx="259">
                  <c:v>0</c:v>
                </c:pt>
                <c:pt idx="260">
                  <c:v>18</c:v>
                </c:pt>
                <c:pt idx="261">
                  <c:v>8</c:v>
                </c:pt>
                <c:pt idx="262">
                  <c:v>12</c:v>
                </c:pt>
                <c:pt idx="263">
                  <c:v>9</c:v>
                </c:pt>
                <c:pt idx="264">
                  <c:v>0</c:v>
                </c:pt>
                <c:pt idx="265">
                  <c:v>17</c:v>
                </c:pt>
                <c:pt idx="266">
                  <c:v>10</c:v>
                </c:pt>
                <c:pt idx="267">
                  <c:v>11</c:v>
                </c:pt>
                <c:pt idx="268">
                  <c:v>10</c:v>
                </c:pt>
                <c:pt idx="269">
                  <c:v>0</c:v>
                </c:pt>
                <c:pt idx="270">
                  <c:v>9</c:v>
                </c:pt>
                <c:pt idx="271">
                  <c:v>14</c:v>
                </c:pt>
                <c:pt idx="272">
                  <c:v>11</c:v>
                </c:pt>
                <c:pt idx="273">
                  <c:v>14</c:v>
                </c:pt>
                <c:pt idx="274">
                  <c:v>10</c:v>
                </c:pt>
                <c:pt idx="275">
                  <c:v>12</c:v>
                </c:pt>
                <c:pt idx="276">
                  <c:v>9</c:v>
                </c:pt>
                <c:pt idx="277">
                  <c:v>9</c:v>
                </c:pt>
                <c:pt idx="278">
                  <c:v>8</c:v>
                </c:pt>
                <c:pt idx="279">
                  <c:v>10</c:v>
                </c:pt>
                <c:pt idx="280">
                  <c:v>8</c:v>
                </c:pt>
                <c:pt idx="281">
                  <c:v>10</c:v>
                </c:pt>
                <c:pt idx="282">
                  <c:v>12</c:v>
                </c:pt>
                <c:pt idx="283">
                  <c:v>10</c:v>
                </c:pt>
                <c:pt idx="284">
                  <c:v>11</c:v>
                </c:pt>
                <c:pt idx="285">
                  <c:v>11</c:v>
                </c:pt>
                <c:pt idx="286">
                  <c:v>19</c:v>
                </c:pt>
                <c:pt idx="287">
                  <c:v>12</c:v>
                </c:pt>
                <c:pt idx="288">
                  <c:v>14</c:v>
                </c:pt>
                <c:pt idx="289">
                  <c:v>15</c:v>
                </c:pt>
                <c:pt idx="290">
                  <c:v>11</c:v>
                </c:pt>
                <c:pt idx="291">
                  <c:v>15</c:v>
                </c:pt>
                <c:pt idx="292">
                  <c:v>13</c:v>
                </c:pt>
                <c:pt idx="293">
                  <c:v>18</c:v>
                </c:pt>
                <c:pt idx="294">
                  <c:v>14</c:v>
                </c:pt>
                <c:pt idx="295">
                  <c:v>11</c:v>
                </c:pt>
                <c:pt idx="296">
                  <c:v>0</c:v>
                </c:pt>
                <c:pt idx="297">
                  <c:v>8</c:v>
                </c:pt>
                <c:pt idx="298">
                  <c:v>14</c:v>
                </c:pt>
                <c:pt idx="299">
                  <c:v>16</c:v>
                </c:pt>
                <c:pt idx="300">
                  <c:v>11</c:v>
                </c:pt>
                <c:pt idx="301">
                  <c:v>10</c:v>
                </c:pt>
                <c:pt idx="302">
                  <c:v>14</c:v>
                </c:pt>
                <c:pt idx="303">
                  <c:v>18</c:v>
                </c:pt>
                <c:pt idx="304">
                  <c:v>13</c:v>
                </c:pt>
                <c:pt idx="305">
                  <c:v>12</c:v>
                </c:pt>
                <c:pt idx="306">
                  <c:v>18</c:v>
                </c:pt>
                <c:pt idx="307">
                  <c:v>8</c:v>
                </c:pt>
                <c:pt idx="308">
                  <c:v>12</c:v>
                </c:pt>
                <c:pt idx="309">
                  <c:v>10</c:v>
                </c:pt>
                <c:pt idx="310">
                  <c:v>0</c:v>
                </c:pt>
                <c:pt idx="311">
                  <c:v>13</c:v>
                </c:pt>
                <c:pt idx="312">
                  <c:v>11</c:v>
                </c:pt>
                <c:pt idx="313">
                  <c:v>11</c:v>
                </c:pt>
                <c:pt idx="314">
                  <c:v>13</c:v>
                </c:pt>
                <c:pt idx="315">
                  <c:v>11</c:v>
                </c:pt>
                <c:pt idx="316">
                  <c:v>0</c:v>
                </c:pt>
                <c:pt idx="317">
                  <c:v>9</c:v>
                </c:pt>
                <c:pt idx="318">
                  <c:v>10</c:v>
                </c:pt>
                <c:pt idx="319">
                  <c:v>11</c:v>
                </c:pt>
                <c:pt idx="320">
                  <c:v>13</c:v>
                </c:pt>
                <c:pt idx="321">
                  <c:v>9</c:v>
                </c:pt>
                <c:pt idx="322">
                  <c:v>11</c:v>
                </c:pt>
                <c:pt idx="323">
                  <c:v>15</c:v>
                </c:pt>
                <c:pt idx="324">
                  <c:v>15</c:v>
                </c:pt>
                <c:pt idx="325">
                  <c:v>11</c:v>
                </c:pt>
                <c:pt idx="326">
                  <c:v>16</c:v>
                </c:pt>
                <c:pt idx="327">
                  <c:v>10</c:v>
                </c:pt>
                <c:pt idx="328">
                  <c:v>9</c:v>
                </c:pt>
                <c:pt idx="329">
                  <c:v>14</c:v>
                </c:pt>
                <c:pt idx="330">
                  <c:v>8</c:v>
                </c:pt>
                <c:pt idx="331">
                  <c:v>14</c:v>
                </c:pt>
                <c:pt idx="332">
                  <c:v>0</c:v>
                </c:pt>
                <c:pt idx="333">
                  <c:v>0</c:v>
                </c:pt>
                <c:pt idx="334">
                  <c:v>0</c:v>
                </c:pt>
                <c:pt idx="335">
                  <c:v>15</c:v>
                </c:pt>
                <c:pt idx="336">
                  <c:v>13</c:v>
                </c:pt>
                <c:pt idx="337">
                  <c:v>0</c:v>
                </c:pt>
                <c:pt idx="338">
                  <c:v>17</c:v>
                </c:pt>
                <c:pt idx="339">
                  <c:v>10</c:v>
                </c:pt>
                <c:pt idx="340">
                  <c:v>11</c:v>
                </c:pt>
                <c:pt idx="341">
                  <c:v>0</c:v>
                </c:pt>
                <c:pt idx="342">
                  <c:v>15</c:v>
                </c:pt>
                <c:pt idx="343">
                  <c:v>0</c:v>
                </c:pt>
                <c:pt idx="344">
                  <c:v>10</c:v>
                </c:pt>
                <c:pt idx="345">
                  <c:v>14</c:v>
                </c:pt>
                <c:pt idx="346">
                  <c:v>16</c:v>
                </c:pt>
                <c:pt idx="347">
                  <c:v>9</c:v>
                </c:pt>
                <c:pt idx="348">
                  <c:v>15</c:v>
                </c:pt>
                <c:pt idx="349">
                  <c:v>13</c:v>
                </c:pt>
                <c:pt idx="350">
                  <c:v>8</c:v>
                </c:pt>
                <c:pt idx="351">
                  <c:v>13</c:v>
                </c:pt>
                <c:pt idx="352">
                  <c:v>8</c:v>
                </c:pt>
                <c:pt idx="353">
                  <c:v>8</c:v>
                </c:pt>
                <c:pt idx="354">
                  <c:v>11</c:v>
                </c:pt>
                <c:pt idx="355">
                  <c:v>9</c:v>
                </c:pt>
                <c:pt idx="356">
                  <c:v>13</c:v>
                </c:pt>
                <c:pt idx="357">
                  <c:v>11</c:v>
                </c:pt>
                <c:pt idx="358">
                  <c:v>10</c:v>
                </c:pt>
                <c:pt idx="359">
                  <c:v>16</c:v>
                </c:pt>
                <c:pt idx="360">
                  <c:v>13</c:v>
                </c:pt>
                <c:pt idx="361">
                  <c:v>12</c:v>
                </c:pt>
                <c:pt idx="362">
                  <c:v>10</c:v>
                </c:pt>
                <c:pt idx="363">
                  <c:v>15</c:v>
                </c:pt>
                <c:pt idx="364">
                  <c:v>12</c:v>
                </c:pt>
                <c:pt idx="365">
                  <c:v>10</c:v>
                </c:pt>
                <c:pt idx="366">
                  <c:v>13</c:v>
                </c:pt>
                <c:pt idx="367">
                  <c:v>0</c:v>
                </c:pt>
                <c:pt idx="368">
                  <c:v>10</c:v>
                </c:pt>
                <c:pt idx="369">
                  <c:v>11</c:v>
                </c:pt>
                <c:pt idx="370">
                  <c:v>9</c:v>
                </c:pt>
                <c:pt idx="371">
                  <c:v>12</c:v>
                </c:pt>
                <c:pt idx="372">
                  <c:v>11</c:v>
                </c:pt>
                <c:pt idx="373">
                  <c:v>5</c:v>
                </c:pt>
                <c:pt idx="374">
                  <c:v>19</c:v>
                </c:pt>
                <c:pt idx="375">
                  <c:v>10</c:v>
                </c:pt>
                <c:pt idx="376">
                  <c:v>15</c:v>
                </c:pt>
                <c:pt idx="377">
                  <c:v>10</c:v>
                </c:pt>
                <c:pt idx="378">
                  <c:v>15</c:v>
                </c:pt>
                <c:pt idx="379">
                  <c:v>10</c:v>
                </c:pt>
                <c:pt idx="380">
                  <c:v>14</c:v>
                </c:pt>
                <c:pt idx="381">
                  <c:v>7</c:v>
                </c:pt>
                <c:pt idx="382">
                  <c:v>10</c:v>
                </c:pt>
                <c:pt idx="383">
                  <c:v>0</c:v>
                </c:pt>
                <c:pt idx="384">
                  <c:v>5</c:v>
                </c:pt>
                <c:pt idx="385">
                  <c:v>10</c:v>
                </c:pt>
                <c:pt idx="386">
                  <c:v>6</c:v>
                </c:pt>
                <c:pt idx="387">
                  <c:v>0</c:v>
                </c:pt>
                <c:pt idx="388">
                  <c:v>8</c:v>
                </c:pt>
                <c:pt idx="389">
                  <c:v>0</c:v>
                </c:pt>
                <c:pt idx="390">
                  <c:v>9</c:v>
                </c:pt>
                <c:pt idx="391">
                  <c:v>16</c:v>
                </c:pt>
                <c:pt idx="392">
                  <c:v>7</c:v>
                </c:pt>
                <c:pt idx="393">
                  <c:v>10</c:v>
                </c:pt>
                <c:pt idx="394">
                  <c:v>9</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Final grade G3</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G2 grade</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varyColors val="0"/>
        <c:ser>
          <c:idx val="0"/>
          <c:order val="0"/>
          <c:tx>
            <c:v>Mean final grade</c:v>
          </c:tx>
          <c:spPr>
            <a:solidFill xmlns:a="http://schemas.openxmlformats.org/drawingml/2006/main">
              <a:srgbClr val="3184E8"/>
            </a:solidFill>
          </c:spPr>
          <c:invertIfNegative val="0"/>
          <c:cat>
            <c:strRef>
              <c:f>'Chart Data'!$A$2:$A$3</c:f>
              <c:strCache>
                <c:ptCount val="2"/>
                <c:pt idx="0">
                  <c:v>Mathematics</c:v>
                </c:pt>
                <c:pt idx="1">
                  <c:v>Portuguese</c:v>
                </c:pt>
              </c:strCache>
            </c:strRef>
          </c:cat>
          <c:val>
            <c:numRef>
              <c:f>'Chart Data'!$B$2:$B$3</c:f>
              <c:numCache>
                <c:formatCode>General</c:formatCode>
                <c:ptCount val="2"/>
                <c:pt idx="0">
                  <c:v>10.41518987</c:v>
                </c:pt>
                <c:pt idx="1">
                  <c:v>11.90600924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089"/>
                </a:solidFill>
                <a:latin typeface="DejaVu Sans"/>
                <a:ea typeface="DejaVu Sans"/>
                <a:cs typeface="DejaVu Sans"/>
              </a:defRPr>
            </a:pPr>
          </a:p>
        </c:txPr>
        <c:crossAx val="48672768"/>
      </c:catAx>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Mean G3 (0-20)</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F9A95E-A3C5-4C26-83C9-023B5EC65C6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52D3DD-4318-4EE3-88F4-9853856C444C}"/>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Student Attendance and</a:t>
            </a:r>
          </a:p>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Academic Performance Analysis</a:t>
            </a:r>
          </a:p>
        </p:txBody>
      </p:sp>
      <p:sp>
        <p:nvSpPr>
          <p:cNvPr id="3" name="">
            <a:extLst xmlns:a="http://schemas.openxmlformats.org/drawingml/2006/main">
              <a:ext uri="{FF2B5EF4-FFF2-40B4-BE49-F238E27FC236}">
                <a16:creationId xmlns:a16="http://schemas.microsoft.com/office/drawing/2014/main" id="{685121B4-2046-4E5C-A879-D97D38B5B9CC}"/>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12A0E514-B4DE-45B4-B16C-E135AD89F8EC}"/>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CEFC1327-9ABC-481B-808B-8616273269FB}"/>
              </a:ext>
            </a:extLst>
          </p:cNvPr>
          <p:cNvSpPr>
            <a:spLocks xmlns:a="http://schemas.openxmlformats.org/drawingml/2006/main" noGrp="1"/>
          </p:cNvSpPr>
          <p:nvPr/>
        </p:nvSpPr>
        <p:spPr>
          <a:xfrm xmlns:a="http://schemas.openxmlformats.org/drawingml/2006/main">
            <a:off x="666750" y="2095500"/>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7455D8"/>
                </a:solidFill>
                <a:latin typeface="DejaVu Sans"/>
                <a:ea typeface="DejaVu Sans"/>
                <a:cs typeface="DejaVu Sans"/>
              </a:defRPr>
            </a:defPPr>
            <a:lvl1pPr>
              <a:defRPr sz="2175" b="1">
                <a:solidFill>
                  <a:srgbClr val="7455D8"/>
                </a:solidFill>
                <a:latin typeface="DejaVu Sans"/>
                <a:ea typeface="DejaVu Sans"/>
                <a:cs typeface="DejaVu Sans"/>
              </a:defRPr>
            </a:lvl1pPr>
            <a:lvl2pPr>
              <a:defRPr sz="2175" b="1">
                <a:solidFill>
                  <a:srgbClr val="7455D8"/>
                </a:solidFill>
                <a:latin typeface="DejaVu Sans"/>
                <a:ea typeface="DejaVu Sans"/>
                <a:cs typeface="DejaVu Sans"/>
              </a:defRPr>
            </a:lvl2pPr>
            <a:lvl3pPr>
              <a:defRPr sz="2175" b="1">
                <a:solidFill>
                  <a:srgbClr val="7455D8"/>
                </a:solidFill>
                <a:latin typeface="DejaVu Sans"/>
                <a:ea typeface="DejaVu Sans"/>
                <a:cs typeface="DejaVu Sans"/>
              </a:defRPr>
            </a:lvl3pPr>
            <a:lvl4pPr>
              <a:defRPr sz="2175" b="1">
                <a:solidFill>
                  <a:srgbClr val="7455D8"/>
                </a:solidFill>
                <a:latin typeface="DejaVu Sans"/>
                <a:ea typeface="DejaVu Sans"/>
                <a:cs typeface="DejaVu Sans"/>
              </a:defRPr>
            </a:lvl4pPr>
            <a:lvl5pPr>
              <a:defRPr sz="2175" b="1">
                <a:solidFill>
                  <a:srgbClr val="7455D8"/>
                </a:solidFill>
                <a:latin typeface="DejaVu Sans"/>
                <a:ea typeface="DejaVu Sans"/>
                <a:cs typeface="DejaVu Sans"/>
              </a:defRPr>
            </a:lvl5pPr>
            <a:lvl6pPr>
              <a:defRPr sz="2175" b="1">
                <a:solidFill>
                  <a:srgbClr val="7455D8"/>
                </a:solidFill>
                <a:latin typeface="DejaVu Sans"/>
                <a:ea typeface="DejaVu Sans"/>
                <a:cs typeface="DejaVu Sans"/>
              </a:defRPr>
            </a:lvl6pPr>
            <a:lvl7pPr>
              <a:defRPr sz="2175" b="1">
                <a:solidFill>
                  <a:srgbClr val="7455D8"/>
                </a:solidFill>
                <a:latin typeface="DejaVu Sans"/>
                <a:ea typeface="DejaVu Sans"/>
                <a:cs typeface="DejaVu Sans"/>
              </a:defRPr>
            </a:lvl7pPr>
            <a:lvl8pPr>
              <a:defRPr sz="2175" b="1">
                <a:solidFill>
                  <a:srgbClr val="7455D8"/>
                </a:solidFill>
                <a:latin typeface="DejaVu Sans"/>
                <a:ea typeface="DejaVu Sans"/>
                <a:cs typeface="DejaVu Sans"/>
              </a:defRPr>
            </a:lvl8pPr>
            <a:lvl9pPr>
              <a:defRPr sz="2175" b="1">
                <a:solidFill>
                  <a:srgbClr val="7455D8"/>
                </a:solidFill>
                <a:latin typeface="DejaVu Sans"/>
                <a:ea typeface="DejaVu Sans"/>
                <a:cs typeface="DejaVu Sans"/>
              </a:defRPr>
            </a:lvl9pPr>
          </a:lstStyle>
          <a:p xmlns:a="http://schemas.openxmlformats.org/drawingml/2006/main">
            <a:pPr>
              <a:defRPr sz="2175" b="1">
                <a:solidFill>
                  <a:srgbClr val="7455D8"/>
                </a:solidFill>
                <a:latin typeface="DejaVu Sans"/>
                <a:ea typeface="DejaVu Sans"/>
                <a:cs typeface="DejaVu Sans"/>
              </a:defRPr>
            </a:pPr>
            <a:r>
              <a:rPr sz="2175" b="1">
                <a:solidFill>
                  <a:srgbClr val="7455D8"/>
                </a:solidFill>
                <a:latin typeface="DejaVu Sans"/>
                <a:ea typeface="DejaVu Sans"/>
                <a:cs typeface="DejaVu Sans"/>
              </a:rPr>
              <a:t>Real-Life Data Visualization Project</a:t>
            </a:r>
          </a:p>
        </p:txBody>
      </p:sp>
      <p:sp>
        <p:nvSpPr>
          <p:cNvPr id="6" name="">
            <a:extLst xmlns:a="http://schemas.openxmlformats.org/drawingml/2006/main">
              <a:ext uri="{FF2B5EF4-FFF2-40B4-BE49-F238E27FC236}">
                <a16:creationId xmlns:a16="http://schemas.microsoft.com/office/drawing/2014/main" id="{B81C1278-6313-4041-BC72-B13C09622511}"/>
              </a:ext>
            </a:extLst>
          </p:cNvPr>
          <p:cNvSpPr>
            <a:spLocks xmlns:a="http://schemas.openxmlformats.org/drawingml/2006/main" noGrp="1"/>
          </p:cNvSpPr>
          <p:nvPr/>
        </p:nvSpPr>
        <p:spPr>
          <a:xfrm xmlns:a="http://schemas.openxmlformats.org/drawingml/2006/main">
            <a:off x="666750" y="31432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202842"/>
                </a:solidFill>
                <a:latin typeface="DejaVu Sans"/>
                <a:ea typeface="DejaVu Sans"/>
                <a:cs typeface="DejaVu Sans"/>
              </a:defRPr>
            </a:defPPr>
            <a:lvl1pPr>
              <a:defRPr sz="2550" b="1">
                <a:solidFill>
                  <a:srgbClr val="202842"/>
                </a:solidFill>
                <a:latin typeface="DejaVu Sans"/>
                <a:ea typeface="DejaVu Sans"/>
                <a:cs typeface="DejaVu Sans"/>
              </a:defRPr>
            </a:lvl1pPr>
            <a:lvl2pPr>
              <a:defRPr sz="2550" b="1">
                <a:solidFill>
                  <a:srgbClr val="202842"/>
                </a:solidFill>
                <a:latin typeface="DejaVu Sans"/>
                <a:ea typeface="DejaVu Sans"/>
                <a:cs typeface="DejaVu Sans"/>
              </a:defRPr>
            </a:lvl2pPr>
            <a:lvl3pPr>
              <a:defRPr sz="2550" b="1">
                <a:solidFill>
                  <a:srgbClr val="202842"/>
                </a:solidFill>
                <a:latin typeface="DejaVu Sans"/>
                <a:ea typeface="DejaVu Sans"/>
                <a:cs typeface="DejaVu Sans"/>
              </a:defRPr>
            </a:lvl3pPr>
            <a:lvl4pPr>
              <a:defRPr sz="2550" b="1">
                <a:solidFill>
                  <a:srgbClr val="202842"/>
                </a:solidFill>
                <a:latin typeface="DejaVu Sans"/>
                <a:ea typeface="DejaVu Sans"/>
                <a:cs typeface="DejaVu Sans"/>
              </a:defRPr>
            </a:lvl4pPr>
            <a:lvl5pPr>
              <a:defRPr sz="2550" b="1">
                <a:solidFill>
                  <a:srgbClr val="202842"/>
                </a:solidFill>
                <a:latin typeface="DejaVu Sans"/>
                <a:ea typeface="DejaVu Sans"/>
                <a:cs typeface="DejaVu Sans"/>
              </a:defRPr>
            </a:lvl5pPr>
            <a:lvl6pPr>
              <a:defRPr sz="2550" b="1">
                <a:solidFill>
                  <a:srgbClr val="202842"/>
                </a:solidFill>
                <a:latin typeface="DejaVu Sans"/>
                <a:ea typeface="DejaVu Sans"/>
                <a:cs typeface="DejaVu Sans"/>
              </a:defRPr>
            </a:lvl6pPr>
            <a:lvl7pPr>
              <a:defRPr sz="2550" b="1">
                <a:solidFill>
                  <a:srgbClr val="202842"/>
                </a:solidFill>
                <a:latin typeface="DejaVu Sans"/>
                <a:ea typeface="DejaVu Sans"/>
                <a:cs typeface="DejaVu Sans"/>
              </a:defRPr>
            </a:lvl7pPr>
            <a:lvl8pPr>
              <a:defRPr sz="2550" b="1">
                <a:solidFill>
                  <a:srgbClr val="202842"/>
                </a:solidFill>
                <a:latin typeface="DejaVu Sans"/>
                <a:ea typeface="DejaVu Sans"/>
                <a:cs typeface="DejaVu Sans"/>
              </a:defRPr>
            </a:lvl8pPr>
            <a:lvl9pPr>
              <a:defRPr sz="2550" b="1">
                <a:solidFill>
                  <a:srgbClr val="202842"/>
                </a:solidFill>
                <a:latin typeface="DejaVu Sans"/>
                <a:ea typeface="DejaVu Sans"/>
                <a:cs typeface="DejaVu Sans"/>
              </a:defRPr>
            </a:lvl9pPr>
          </a:lstStyle>
          <a:p xmlns:a="http://schemas.openxmlformats.org/drawingml/2006/main">
            <a:pPr>
              <a:defRPr sz="2550" b="1">
                <a:solidFill>
                  <a:srgbClr val="202842"/>
                </a:solidFill>
                <a:latin typeface="DejaVu Sans"/>
                <a:ea typeface="DejaVu Sans"/>
                <a:cs typeface="DejaVu Sans"/>
              </a:defRPr>
            </a:pPr>
            <a:r>
              <a:rPr sz="2550" b="1">
                <a:solidFill>
                  <a:srgbClr val="202842"/>
                </a:solidFill>
                <a:latin typeface="DejaVu Sans"/>
                <a:ea typeface="DejaVu Sans"/>
                <a:cs typeface="DejaVu Sans"/>
              </a:rPr>
              <a:t>Parth Kalra</a:t>
            </a:r>
          </a:p>
          <a:p xmlns:a="http://schemas.openxmlformats.org/drawingml/2006/main">
            <a:pPr>
              <a:defRPr sz="2550" b="1">
                <a:solidFill>
                  <a:srgbClr val="202842"/>
                </a:solidFill>
                <a:latin typeface="DejaVu Sans"/>
                <a:ea typeface="DejaVu Sans"/>
                <a:cs typeface="DejaVu Sans"/>
              </a:defRPr>
            </a:pPr>
            <a:r>
              <a:rPr sz="2550" b="1">
                <a:solidFill>
                  <a:srgbClr val="202842"/>
                </a:solidFill>
                <a:latin typeface="DejaVu Sans"/>
                <a:ea typeface="DejaVu Sans"/>
                <a:cs typeface="DejaVu Sans"/>
              </a:rPr>
              <a:t>Mahi Gupta</a:t>
            </a:r>
          </a:p>
        </p:txBody>
      </p:sp>
      <p:sp>
        <p:nvSpPr>
          <p:cNvPr id="7" name="">
            <a:extLst xmlns:a="http://schemas.openxmlformats.org/drawingml/2006/main">
              <a:ext uri="{FF2B5EF4-FFF2-40B4-BE49-F238E27FC236}">
                <a16:creationId xmlns:a16="http://schemas.microsoft.com/office/drawing/2014/main" id="{B32CFF32-29FF-49AE-B2F7-297DB7DFE989}"/>
              </a:ext>
            </a:extLst>
          </p:cNvPr>
          <p:cNvSpPr>
            <a:spLocks xmlns:a="http://schemas.openxmlformats.org/drawingml/2006/main" noGrp="1"/>
          </p:cNvSpPr>
          <p:nvPr/>
        </p:nvSpPr>
        <p:spPr>
          <a:xfrm xmlns:a="http://schemas.openxmlformats.org/drawingml/2006/main">
            <a:off x="666750" y="4572000"/>
            <a:ext cx="647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02842"/>
                </a:solidFill>
                <a:latin typeface="DejaVu Sans"/>
                <a:ea typeface="DejaVu Sans"/>
                <a:cs typeface="DejaVu Sans"/>
              </a:defRPr>
            </a:defPPr>
            <a:lvl1pPr>
              <a:defRPr sz="1800" b="0">
                <a:solidFill>
                  <a:srgbClr val="202842"/>
                </a:solidFill>
                <a:latin typeface="DejaVu Sans"/>
                <a:ea typeface="DejaVu Sans"/>
                <a:cs typeface="DejaVu Sans"/>
              </a:defRPr>
            </a:lvl1pPr>
            <a:lvl2pPr>
              <a:defRPr sz="1800" b="0">
                <a:solidFill>
                  <a:srgbClr val="202842"/>
                </a:solidFill>
                <a:latin typeface="DejaVu Sans"/>
                <a:ea typeface="DejaVu Sans"/>
                <a:cs typeface="DejaVu Sans"/>
              </a:defRPr>
            </a:lvl2pPr>
            <a:lvl3pPr>
              <a:defRPr sz="1800" b="0">
                <a:solidFill>
                  <a:srgbClr val="202842"/>
                </a:solidFill>
                <a:latin typeface="DejaVu Sans"/>
                <a:ea typeface="DejaVu Sans"/>
                <a:cs typeface="DejaVu Sans"/>
              </a:defRPr>
            </a:lvl3pPr>
            <a:lvl4pPr>
              <a:defRPr sz="1800" b="0">
                <a:solidFill>
                  <a:srgbClr val="202842"/>
                </a:solidFill>
                <a:latin typeface="DejaVu Sans"/>
                <a:ea typeface="DejaVu Sans"/>
                <a:cs typeface="DejaVu Sans"/>
              </a:defRPr>
            </a:lvl4pPr>
            <a:lvl5pPr>
              <a:defRPr sz="1800" b="0">
                <a:solidFill>
                  <a:srgbClr val="202842"/>
                </a:solidFill>
                <a:latin typeface="DejaVu Sans"/>
                <a:ea typeface="DejaVu Sans"/>
                <a:cs typeface="DejaVu Sans"/>
              </a:defRPr>
            </a:lvl5pPr>
            <a:lvl6pPr>
              <a:defRPr sz="1800" b="0">
                <a:solidFill>
                  <a:srgbClr val="202842"/>
                </a:solidFill>
                <a:latin typeface="DejaVu Sans"/>
                <a:ea typeface="DejaVu Sans"/>
                <a:cs typeface="DejaVu Sans"/>
              </a:defRPr>
            </a:lvl6pPr>
            <a:lvl7pPr>
              <a:defRPr sz="1800" b="0">
                <a:solidFill>
                  <a:srgbClr val="202842"/>
                </a:solidFill>
                <a:latin typeface="DejaVu Sans"/>
                <a:ea typeface="DejaVu Sans"/>
                <a:cs typeface="DejaVu Sans"/>
              </a:defRPr>
            </a:lvl7pPr>
            <a:lvl8pPr>
              <a:defRPr sz="1800" b="0">
                <a:solidFill>
                  <a:srgbClr val="202842"/>
                </a:solidFill>
                <a:latin typeface="DejaVu Sans"/>
                <a:ea typeface="DejaVu Sans"/>
                <a:cs typeface="DejaVu Sans"/>
              </a:defRPr>
            </a:lvl8pPr>
            <a:lvl9pPr>
              <a:defRPr sz="1800" b="0">
                <a:solidFill>
                  <a:srgbClr val="202842"/>
                </a:solidFill>
                <a:latin typeface="DejaVu Sans"/>
                <a:ea typeface="DejaVu Sans"/>
                <a:cs typeface="DejaVu Sans"/>
              </a:defRPr>
            </a:lvl9pPr>
          </a:lstStyle>
          <a:p xmlns:a="http://schemas.openxmlformats.org/drawingml/2006/main">
            <a:pPr>
              <a:defRPr sz="1800" b="0">
                <a:solidFill>
                  <a:srgbClr val="202842"/>
                </a:solidFill>
                <a:latin typeface="DejaVu Sans"/>
                <a:ea typeface="DejaVu Sans"/>
                <a:cs typeface="DejaVu Sans"/>
              </a:defRPr>
            </a:pPr>
            <a:r>
              <a:rPr sz="1800" b="0">
                <a:solidFill>
                  <a:srgbClr val="202842"/>
                </a:solidFill>
                <a:latin typeface="DejaVu Sans"/>
                <a:ea typeface="DejaVu Sans"/>
                <a:cs typeface="DejaVu Sans"/>
              </a:rPr>
              <a:t>Shri G. S. Institute of Technology and Science, Indore</a:t>
            </a:r>
          </a:p>
        </p:txBody>
      </p:sp>
      <p:sp>
        <p:nvSpPr>
          <p:cNvPr id="8" name="">
            <a:extLst xmlns:a="http://schemas.openxmlformats.org/drawingml/2006/main">
              <a:ext uri="{FF2B5EF4-FFF2-40B4-BE49-F238E27FC236}">
                <a16:creationId xmlns:a16="http://schemas.microsoft.com/office/drawing/2014/main" id="{6F406BBF-E3EA-4EC9-AC68-21CFCD8AF36E}"/>
              </a:ext>
            </a:extLst>
          </p:cNvPr>
          <p:cNvSpPr>
            <a:spLocks xmlns:a="http://schemas.openxmlformats.org/drawingml/2006/main" noGrp="1"/>
          </p:cNvSpPr>
          <p:nvPr/>
        </p:nvSpPr>
        <p:spPr>
          <a:xfrm xmlns:a="http://schemas.openxmlformats.org/drawingml/2006/main">
            <a:off x="666750" y="56197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647089"/>
                </a:solidFill>
                <a:latin typeface="DejaVu Sans"/>
                <a:ea typeface="DejaVu Sans"/>
                <a:cs typeface="DejaVu Sans"/>
              </a:defRPr>
            </a:defPPr>
            <a:lvl1pPr>
              <a:defRPr sz="1500" b="0">
                <a:solidFill>
                  <a:srgbClr val="647089"/>
                </a:solidFill>
                <a:latin typeface="DejaVu Sans"/>
                <a:ea typeface="DejaVu Sans"/>
                <a:cs typeface="DejaVu Sans"/>
              </a:defRPr>
            </a:lvl1pPr>
            <a:lvl2pPr>
              <a:defRPr sz="1500" b="0">
                <a:solidFill>
                  <a:srgbClr val="647089"/>
                </a:solidFill>
                <a:latin typeface="DejaVu Sans"/>
                <a:ea typeface="DejaVu Sans"/>
                <a:cs typeface="DejaVu Sans"/>
              </a:defRPr>
            </a:lvl2pPr>
            <a:lvl3pPr>
              <a:defRPr sz="1500" b="0">
                <a:solidFill>
                  <a:srgbClr val="647089"/>
                </a:solidFill>
                <a:latin typeface="DejaVu Sans"/>
                <a:ea typeface="DejaVu Sans"/>
                <a:cs typeface="DejaVu Sans"/>
              </a:defRPr>
            </a:lvl3pPr>
            <a:lvl4pPr>
              <a:defRPr sz="1500" b="0">
                <a:solidFill>
                  <a:srgbClr val="647089"/>
                </a:solidFill>
                <a:latin typeface="DejaVu Sans"/>
                <a:ea typeface="DejaVu Sans"/>
                <a:cs typeface="DejaVu Sans"/>
              </a:defRPr>
            </a:lvl4pPr>
            <a:lvl5pPr>
              <a:defRPr sz="1500" b="0">
                <a:solidFill>
                  <a:srgbClr val="647089"/>
                </a:solidFill>
                <a:latin typeface="DejaVu Sans"/>
                <a:ea typeface="DejaVu Sans"/>
                <a:cs typeface="DejaVu Sans"/>
              </a:defRPr>
            </a:lvl5pPr>
            <a:lvl6pPr>
              <a:defRPr sz="1500" b="0">
                <a:solidFill>
                  <a:srgbClr val="647089"/>
                </a:solidFill>
                <a:latin typeface="DejaVu Sans"/>
                <a:ea typeface="DejaVu Sans"/>
                <a:cs typeface="DejaVu Sans"/>
              </a:defRPr>
            </a:lvl6pPr>
            <a:lvl7pPr>
              <a:defRPr sz="1500" b="0">
                <a:solidFill>
                  <a:srgbClr val="647089"/>
                </a:solidFill>
                <a:latin typeface="DejaVu Sans"/>
                <a:ea typeface="DejaVu Sans"/>
                <a:cs typeface="DejaVu Sans"/>
              </a:defRPr>
            </a:lvl7pPr>
            <a:lvl8pPr>
              <a:defRPr sz="1500" b="0">
                <a:solidFill>
                  <a:srgbClr val="647089"/>
                </a:solidFill>
                <a:latin typeface="DejaVu Sans"/>
                <a:ea typeface="DejaVu Sans"/>
                <a:cs typeface="DejaVu Sans"/>
              </a:defRPr>
            </a:lvl8pPr>
            <a:lvl9pPr>
              <a:defRPr sz="1500" b="0">
                <a:solidFill>
                  <a:srgbClr val="647089"/>
                </a:solidFill>
                <a:latin typeface="DejaVu Sans"/>
                <a:ea typeface="DejaVu Sans"/>
                <a:cs typeface="DejaVu Sans"/>
              </a:defRPr>
            </a:lvl9pPr>
          </a:lstStyle>
          <a:p xmlns:a="http://schemas.openxmlformats.org/drawingml/2006/main">
            <a:pPr>
              <a:defRPr sz="1500" b="0">
                <a:solidFill>
                  <a:srgbClr val="647089"/>
                </a:solidFill>
                <a:latin typeface="DejaVu Sans"/>
                <a:ea typeface="DejaVu Sans"/>
                <a:cs typeface="DejaVu Sans"/>
              </a:defRPr>
            </a:pPr>
            <a:r>
              <a:rPr sz="1500" b="0">
                <a:solidFill>
                  <a:srgbClr val="647089"/>
                </a:solidFill>
                <a:latin typeface="DejaVu Sans"/>
                <a:ea typeface="DejaVu Sans"/>
                <a:cs typeface="DejaVu Sans"/>
              </a:rPr>
              <a:t>23 October 2026</a:t>
            </a:r>
          </a:p>
        </p:txBody>
      </p:sp>
      <p:sp>
        <p:nvSpPr>
          <p:cNvPr id="9" name="">
            <a:extLst xmlns:a="http://schemas.openxmlformats.org/drawingml/2006/main">
              <a:ext uri="{FF2B5EF4-FFF2-40B4-BE49-F238E27FC236}">
                <a16:creationId xmlns:a16="http://schemas.microsoft.com/office/drawing/2014/main" id="{5DAAEC61-9068-4EE9-BC08-D9CDB141C285}"/>
              </a:ext>
            </a:extLst>
          </p:cNvPr>
          <p:cNvSpPr>
            <a:spLocks xmlns:a="http://schemas.openxmlformats.org/drawingml/2006/main" noGrp="1"/>
          </p:cNvSpPr>
          <p:nvPr/>
        </p:nvSpPr>
        <p:spPr>
          <a:xfrm xmlns:a="http://schemas.openxmlformats.org/drawingml/2006/main">
            <a:off x="8572500" y="27146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7455D8"/>
                </a:solidFill>
                <a:latin typeface="DejaVu Sans"/>
                <a:ea typeface="DejaVu Sans"/>
                <a:cs typeface="DejaVu Sans"/>
              </a:defRPr>
            </a:defPPr>
            <a:lvl1pPr>
              <a:defRPr sz="5700" b="1">
                <a:solidFill>
                  <a:srgbClr val="7455D8"/>
                </a:solidFill>
                <a:latin typeface="DejaVu Sans"/>
                <a:ea typeface="DejaVu Sans"/>
                <a:cs typeface="DejaVu Sans"/>
              </a:defRPr>
            </a:lvl1pPr>
            <a:lvl2pPr>
              <a:defRPr sz="5700" b="1">
                <a:solidFill>
                  <a:srgbClr val="7455D8"/>
                </a:solidFill>
                <a:latin typeface="DejaVu Sans"/>
                <a:ea typeface="DejaVu Sans"/>
                <a:cs typeface="DejaVu Sans"/>
              </a:defRPr>
            </a:lvl2pPr>
            <a:lvl3pPr>
              <a:defRPr sz="5700" b="1">
                <a:solidFill>
                  <a:srgbClr val="7455D8"/>
                </a:solidFill>
                <a:latin typeface="DejaVu Sans"/>
                <a:ea typeface="DejaVu Sans"/>
                <a:cs typeface="DejaVu Sans"/>
              </a:defRPr>
            </a:lvl3pPr>
            <a:lvl4pPr>
              <a:defRPr sz="5700" b="1">
                <a:solidFill>
                  <a:srgbClr val="7455D8"/>
                </a:solidFill>
                <a:latin typeface="DejaVu Sans"/>
                <a:ea typeface="DejaVu Sans"/>
                <a:cs typeface="DejaVu Sans"/>
              </a:defRPr>
            </a:lvl4pPr>
            <a:lvl5pPr>
              <a:defRPr sz="5700" b="1">
                <a:solidFill>
                  <a:srgbClr val="7455D8"/>
                </a:solidFill>
                <a:latin typeface="DejaVu Sans"/>
                <a:ea typeface="DejaVu Sans"/>
                <a:cs typeface="DejaVu Sans"/>
              </a:defRPr>
            </a:lvl5pPr>
            <a:lvl6pPr>
              <a:defRPr sz="5700" b="1">
                <a:solidFill>
                  <a:srgbClr val="7455D8"/>
                </a:solidFill>
                <a:latin typeface="DejaVu Sans"/>
                <a:ea typeface="DejaVu Sans"/>
                <a:cs typeface="DejaVu Sans"/>
              </a:defRPr>
            </a:lvl6pPr>
            <a:lvl7pPr>
              <a:defRPr sz="5700" b="1">
                <a:solidFill>
                  <a:srgbClr val="7455D8"/>
                </a:solidFill>
                <a:latin typeface="DejaVu Sans"/>
                <a:ea typeface="DejaVu Sans"/>
                <a:cs typeface="DejaVu Sans"/>
              </a:defRPr>
            </a:lvl7pPr>
            <a:lvl8pPr>
              <a:defRPr sz="5700" b="1">
                <a:solidFill>
                  <a:srgbClr val="7455D8"/>
                </a:solidFill>
                <a:latin typeface="DejaVu Sans"/>
                <a:ea typeface="DejaVu Sans"/>
                <a:cs typeface="DejaVu Sans"/>
              </a:defRPr>
            </a:lvl8pPr>
            <a:lvl9pPr>
              <a:defRPr sz="5700" b="1">
                <a:solidFill>
                  <a:srgbClr val="7455D8"/>
                </a:solidFill>
                <a:latin typeface="DejaVu Sans"/>
                <a:ea typeface="DejaVu Sans"/>
                <a:cs typeface="DejaVu Sans"/>
              </a:defRPr>
            </a:lvl9pPr>
          </a:lstStyle>
          <a:p xmlns:a="http://schemas.openxmlformats.org/drawingml/2006/main">
            <a:pPr>
              <a:defRPr sz="5700" b="1">
                <a:solidFill>
                  <a:srgbClr val="7455D8"/>
                </a:solidFill>
                <a:latin typeface="DejaVu Sans"/>
                <a:ea typeface="DejaVu Sans"/>
                <a:cs typeface="DejaVu Sans"/>
              </a:defRPr>
            </a:pPr>
            <a:r>
              <a:rPr sz="5700" b="1">
                <a:solidFill>
                  <a:srgbClr val="7455D8"/>
                </a:solidFill>
                <a:latin typeface="DejaVu Sans"/>
                <a:ea typeface="DejaVu Sans"/>
                <a:cs typeface="DejaVu Sans"/>
              </a:rPr>
              <a:t>395</a:t>
            </a:r>
          </a:p>
        </p:txBody>
      </p:sp>
      <p:sp>
        <p:nvSpPr>
          <p:cNvPr id="10" name="">
            <a:extLst xmlns:a="http://schemas.openxmlformats.org/drawingml/2006/main">
              <a:ext uri="{FF2B5EF4-FFF2-40B4-BE49-F238E27FC236}">
                <a16:creationId xmlns:a16="http://schemas.microsoft.com/office/drawing/2014/main" id="{A4A1F512-036E-43F8-9374-589FCECCB354}"/>
              </a:ext>
            </a:extLst>
          </p:cNvPr>
          <p:cNvSpPr>
            <a:spLocks xmlns:a="http://schemas.openxmlformats.org/drawingml/2006/main" noGrp="1"/>
          </p:cNvSpPr>
          <p:nvPr/>
        </p:nvSpPr>
        <p:spPr>
          <a:xfrm xmlns:a="http://schemas.openxmlformats.org/drawingml/2006/main">
            <a:off x="8572500" y="36195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02842"/>
                </a:solidFill>
                <a:latin typeface="DejaVu Sans"/>
                <a:ea typeface="DejaVu Sans"/>
                <a:cs typeface="DejaVu Sans"/>
              </a:defRPr>
            </a:defPPr>
            <a:lvl1pPr>
              <a:defRPr sz="1725" b="0">
                <a:solidFill>
                  <a:srgbClr val="202842"/>
                </a:solidFill>
                <a:latin typeface="DejaVu Sans"/>
                <a:ea typeface="DejaVu Sans"/>
                <a:cs typeface="DejaVu Sans"/>
              </a:defRPr>
            </a:lvl1pPr>
            <a:lvl2pPr>
              <a:defRPr sz="1725" b="0">
                <a:solidFill>
                  <a:srgbClr val="202842"/>
                </a:solidFill>
                <a:latin typeface="DejaVu Sans"/>
                <a:ea typeface="DejaVu Sans"/>
                <a:cs typeface="DejaVu Sans"/>
              </a:defRPr>
            </a:lvl2pPr>
            <a:lvl3pPr>
              <a:defRPr sz="1725" b="0">
                <a:solidFill>
                  <a:srgbClr val="202842"/>
                </a:solidFill>
                <a:latin typeface="DejaVu Sans"/>
                <a:ea typeface="DejaVu Sans"/>
                <a:cs typeface="DejaVu Sans"/>
              </a:defRPr>
            </a:lvl3pPr>
            <a:lvl4pPr>
              <a:defRPr sz="1725" b="0">
                <a:solidFill>
                  <a:srgbClr val="202842"/>
                </a:solidFill>
                <a:latin typeface="DejaVu Sans"/>
                <a:ea typeface="DejaVu Sans"/>
                <a:cs typeface="DejaVu Sans"/>
              </a:defRPr>
            </a:lvl4pPr>
            <a:lvl5pPr>
              <a:defRPr sz="1725" b="0">
                <a:solidFill>
                  <a:srgbClr val="202842"/>
                </a:solidFill>
                <a:latin typeface="DejaVu Sans"/>
                <a:ea typeface="DejaVu Sans"/>
                <a:cs typeface="DejaVu Sans"/>
              </a:defRPr>
            </a:lvl5pPr>
            <a:lvl6pPr>
              <a:defRPr sz="1725" b="0">
                <a:solidFill>
                  <a:srgbClr val="202842"/>
                </a:solidFill>
                <a:latin typeface="DejaVu Sans"/>
                <a:ea typeface="DejaVu Sans"/>
                <a:cs typeface="DejaVu Sans"/>
              </a:defRPr>
            </a:lvl6pPr>
            <a:lvl7pPr>
              <a:defRPr sz="1725" b="0">
                <a:solidFill>
                  <a:srgbClr val="202842"/>
                </a:solidFill>
                <a:latin typeface="DejaVu Sans"/>
                <a:ea typeface="DejaVu Sans"/>
                <a:cs typeface="DejaVu Sans"/>
              </a:defRPr>
            </a:lvl7pPr>
            <a:lvl8pPr>
              <a:defRPr sz="1725" b="0">
                <a:solidFill>
                  <a:srgbClr val="202842"/>
                </a:solidFill>
                <a:latin typeface="DejaVu Sans"/>
                <a:ea typeface="DejaVu Sans"/>
                <a:cs typeface="DejaVu Sans"/>
              </a:defRPr>
            </a:lvl8pPr>
            <a:lvl9pPr>
              <a:defRPr sz="1725" b="0">
                <a:solidFill>
                  <a:srgbClr val="202842"/>
                </a:solidFill>
                <a:latin typeface="DejaVu Sans"/>
                <a:ea typeface="DejaVu Sans"/>
                <a:cs typeface="DejaVu Sans"/>
              </a:defRPr>
            </a:lvl9pPr>
          </a:lstStyle>
          <a:p xmlns:a="http://schemas.openxmlformats.org/drawingml/2006/main">
            <a:pPr>
              <a:defRPr sz="1725" b="0">
                <a:solidFill>
                  <a:srgbClr val="202842"/>
                </a:solidFill>
                <a:latin typeface="DejaVu Sans"/>
                <a:ea typeface="DejaVu Sans"/>
                <a:cs typeface="DejaVu Sans"/>
              </a:defRPr>
            </a:pPr>
            <a:r>
              <a:rPr sz="1725" b="0">
                <a:solidFill>
                  <a:srgbClr val="202842"/>
                </a:solidFill>
                <a:latin typeface="DejaVu Sans"/>
                <a:ea typeface="DejaVu Sans"/>
                <a:cs typeface="DejaVu Sans"/>
              </a:rPr>
              <a:t>Mathematics records</a:t>
            </a:r>
          </a:p>
        </p:txBody>
      </p:sp>
      <p:sp>
        <p:nvSpPr>
          <p:cNvPr id="11" name="">
            <a:extLst xmlns:a="http://schemas.openxmlformats.org/drawingml/2006/main">
              <a:ext uri="{FF2B5EF4-FFF2-40B4-BE49-F238E27FC236}">
                <a16:creationId xmlns:a16="http://schemas.microsoft.com/office/drawing/2014/main" id="{39F0CEE3-5A88-42D8-9453-B104A7D64B08}"/>
              </a:ext>
            </a:extLst>
          </p:cNvPr>
          <p:cNvSpPr>
            <a:spLocks xmlns:a="http://schemas.openxmlformats.org/drawingml/2006/main" noGrp="1"/>
          </p:cNvSpPr>
          <p:nvPr/>
        </p:nvSpPr>
        <p:spPr>
          <a:xfrm xmlns:a="http://schemas.openxmlformats.org/drawingml/2006/main">
            <a:off x="8572500" y="4476750"/>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3184E8"/>
                </a:solidFill>
                <a:latin typeface="DejaVu Sans"/>
                <a:ea typeface="DejaVu Sans"/>
                <a:cs typeface="DejaVu Sans"/>
              </a:defRPr>
            </a:defPPr>
            <a:lvl1pPr>
              <a:defRPr sz="5700" b="1">
                <a:solidFill>
                  <a:srgbClr val="3184E8"/>
                </a:solidFill>
                <a:latin typeface="DejaVu Sans"/>
                <a:ea typeface="DejaVu Sans"/>
                <a:cs typeface="DejaVu Sans"/>
              </a:defRPr>
            </a:lvl1pPr>
            <a:lvl2pPr>
              <a:defRPr sz="5700" b="1">
                <a:solidFill>
                  <a:srgbClr val="3184E8"/>
                </a:solidFill>
                <a:latin typeface="DejaVu Sans"/>
                <a:ea typeface="DejaVu Sans"/>
                <a:cs typeface="DejaVu Sans"/>
              </a:defRPr>
            </a:lvl2pPr>
            <a:lvl3pPr>
              <a:defRPr sz="5700" b="1">
                <a:solidFill>
                  <a:srgbClr val="3184E8"/>
                </a:solidFill>
                <a:latin typeface="DejaVu Sans"/>
                <a:ea typeface="DejaVu Sans"/>
                <a:cs typeface="DejaVu Sans"/>
              </a:defRPr>
            </a:lvl3pPr>
            <a:lvl4pPr>
              <a:defRPr sz="5700" b="1">
                <a:solidFill>
                  <a:srgbClr val="3184E8"/>
                </a:solidFill>
                <a:latin typeface="DejaVu Sans"/>
                <a:ea typeface="DejaVu Sans"/>
                <a:cs typeface="DejaVu Sans"/>
              </a:defRPr>
            </a:lvl4pPr>
            <a:lvl5pPr>
              <a:defRPr sz="5700" b="1">
                <a:solidFill>
                  <a:srgbClr val="3184E8"/>
                </a:solidFill>
                <a:latin typeface="DejaVu Sans"/>
                <a:ea typeface="DejaVu Sans"/>
                <a:cs typeface="DejaVu Sans"/>
              </a:defRPr>
            </a:lvl5pPr>
            <a:lvl6pPr>
              <a:defRPr sz="5700" b="1">
                <a:solidFill>
                  <a:srgbClr val="3184E8"/>
                </a:solidFill>
                <a:latin typeface="DejaVu Sans"/>
                <a:ea typeface="DejaVu Sans"/>
                <a:cs typeface="DejaVu Sans"/>
              </a:defRPr>
            </a:lvl6pPr>
            <a:lvl7pPr>
              <a:defRPr sz="5700" b="1">
                <a:solidFill>
                  <a:srgbClr val="3184E8"/>
                </a:solidFill>
                <a:latin typeface="DejaVu Sans"/>
                <a:ea typeface="DejaVu Sans"/>
                <a:cs typeface="DejaVu Sans"/>
              </a:defRPr>
            </a:lvl7pPr>
            <a:lvl8pPr>
              <a:defRPr sz="5700" b="1">
                <a:solidFill>
                  <a:srgbClr val="3184E8"/>
                </a:solidFill>
                <a:latin typeface="DejaVu Sans"/>
                <a:ea typeface="DejaVu Sans"/>
                <a:cs typeface="DejaVu Sans"/>
              </a:defRPr>
            </a:lvl8pPr>
            <a:lvl9pPr>
              <a:defRPr sz="5700" b="1">
                <a:solidFill>
                  <a:srgbClr val="3184E8"/>
                </a:solidFill>
                <a:latin typeface="DejaVu Sans"/>
                <a:ea typeface="DejaVu Sans"/>
                <a:cs typeface="DejaVu Sans"/>
              </a:defRPr>
            </a:lvl9pPr>
          </a:lstStyle>
          <a:p xmlns:a="http://schemas.openxmlformats.org/drawingml/2006/main">
            <a:pPr>
              <a:defRPr sz="5700" b="1">
                <a:solidFill>
                  <a:srgbClr val="3184E8"/>
                </a:solidFill>
                <a:latin typeface="DejaVu Sans"/>
                <a:ea typeface="DejaVu Sans"/>
                <a:cs typeface="DejaVu Sans"/>
              </a:defRPr>
            </a:pPr>
            <a:r>
              <a:rPr sz="5700" b="1">
                <a:solidFill>
                  <a:srgbClr val="3184E8"/>
                </a:solidFill>
                <a:latin typeface="DejaVu Sans"/>
                <a:ea typeface="DejaVu Sans"/>
                <a:cs typeface="DejaVu Sans"/>
              </a:rPr>
              <a:t>649</a:t>
            </a:r>
          </a:p>
        </p:txBody>
      </p:sp>
      <p:sp>
        <p:nvSpPr>
          <p:cNvPr id="12" name="">
            <a:extLst xmlns:a="http://schemas.openxmlformats.org/drawingml/2006/main">
              <a:ext uri="{FF2B5EF4-FFF2-40B4-BE49-F238E27FC236}">
                <a16:creationId xmlns:a16="http://schemas.microsoft.com/office/drawing/2014/main" id="{2DBAEC71-E817-44DA-B260-386B141F1FE7}"/>
              </a:ext>
            </a:extLst>
          </p:cNvPr>
          <p:cNvSpPr>
            <a:spLocks xmlns:a="http://schemas.openxmlformats.org/drawingml/2006/main" noGrp="1"/>
          </p:cNvSpPr>
          <p:nvPr/>
        </p:nvSpPr>
        <p:spPr>
          <a:xfrm xmlns:a="http://schemas.openxmlformats.org/drawingml/2006/main">
            <a:off x="8572500" y="538162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02842"/>
                </a:solidFill>
                <a:latin typeface="DejaVu Sans"/>
                <a:ea typeface="DejaVu Sans"/>
                <a:cs typeface="DejaVu Sans"/>
              </a:defRPr>
            </a:defPPr>
            <a:lvl1pPr>
              <a:defRPr sz="1725" b="0">
                <a:solidFill>
                  <a:srgbClr val="202842"/>
                </a:solidFill>
                <a:latin typeface="DejaVu Sans"/>
                <a:ea typeface="DejaVu Sans"/>
                <a:cs typeface="DejaVu Sans"/>
              </a:defRPr>
            </a:lvl1pPr>
            <a:lvl2pPr>
              <a:defRPr sz="1725" b="0">
                <a:solidFill>
                  <a:srgbClr val="202842"/>
                </a:solidFill>
                <a:latin typeface="DejaVu Sans"/>
                <a:ea typeface="DejaVu Sans"/>
                <a:cs typeface="DejaVu Sans"/>
              </a:defRPr>
            </a:lvl2pPr>
            <a:lvl3pPr>
              <a:defRPr sz="1725" b="0">
                <a:solidFill>
                  <a:srgbClr val="202842"/>
                </a:solidFill>
                <a:latin typeface="DejaVu Sans"/>
                <a:ea typeface="DejaVu Sans"/>
                <a:cs typeface="DejaVu Sans"/>
              </a:defRPr>
            </a:lvl3pPr>
            <a:lvl4pPr>
              <a:defRPr sz="1725" b="0">
                <a:solidFill>
                  <a:srgbClr val="202842"/>
                </a:solidFill>
                <a:latin typeface="DejaVu Sans"/>
                <a:ea typeface="DejaVu Sans"/>
                <a:cs typeface="DejaVu Sans"/>
              </a:defRPr>
            </a:lvl4pPr>
            <a:lvl5pPr>
              <a:defRPr sz="1725" b="0">
                <a:solidFill>
                  <a:srgbClr val="202842"/>
                </a:solidFill>
                <a:latin typeface="DejaVu Sans"/>
                <a:ea typeface="DejaVu Sans"/>
                <a:cs typeface="DejaVu Sans"/>
              </a:defRPr>
            </a:lvl5pPr>
            <a:lvl6pPr>
              <a:defRPr sz="1725" b="0">
                <a:solidFill>
                  <a:srgbClr val="202842"/>
                </a:solidFill>
                <a:latin typeface="DejaVu Sans"/>
                <a:ea typeface="DejaVu Sans"/>
                <a:cs typeface="DejaVu Sans"/>
              </a:defRPr>
            </a:lvl6pPr>
            <a:lvl7pPr>
              <a:defRPr sz="1725" b="0">
                <a:solidFill>
                  <a:srgbClr val="202842"/>
                </a:solidFill>
                <a:latin typeface="DejaVu Sans"/>
                <a:ea typeface="DejaVu Sans"/>
                <a:cs typeface="DejaVu Sans"/>
              </a:defRPr>
            </a:lvl7pPr>
            <a:lvl8pPr>
              <a:defRPr sz="1725" b="0">
                <a:solidFill>
                  <a:srgbClr val="202842"/>
                </a:solidFill>
                <a:latin typeface="DejaVu Sans"/>
                <a:ea typeface="DejaVu Sans"/>
                <a:cs typeface="DejaVu Sans"/>
              </a:defRPr>
            </a:lvl8pPr>
            <a:lvl9pPr>
              <a:defRPr sz="1725" b="0">
                <a:solidFill>
                  <a:srgbClr val="202842"/>
                </a:solidFill>
                <a:latin typeface="DejaVu Sans"/>
                <a:ea typeface="DejaVu Sans"/>
                <a:cs typeface="DejaVu Sans"/>
              </a:defRPr>
            </a:lvl9pPr>
          </a:lstStyle>
          <a:p xmlns:a="http://schemas.openxmlformats.org/drawingml/2006/main">
            <a:pPr>
              <a:defRPr sz="1725" b="0">
                <a:solidFill>
                  <a:srgbClr val="202842"/>
                </a:solidFill>
                <a:latin typeface="DejaVu Sans"/>
                <a:ea typeface="DejaVu Sans"/>
                <a:cs typeface="DejaVu Sans"/>
              </a:defRPr>
            </a:pPr>
            <a:r>
              <a:rPr sz="1725" b="0">
                <a:solidFill>
                  <a:srgbClr val="202842"/>
                </a:solidFill>
                <a:latin typeface="DejaVu Sans"/>
                <a:ea typeface="DejaVu Sans"/>
                <a:cs typeface="DejaVu Sans"/>
              </a:rPr>
              <a:t>Portuguese records</a:t>
            </a:r>
          </a:p>
        </p:txBody>
      </p:sp>
    </p:spTree>
    <p:extLst>
      <p:ext uri="{BB962C8B-B14F-4D97-AF65-F5344CB8AC3E}">
        <p14:creationId xmlns:p14="http://schemas.microsoft.com/office/powerpoint/2010/main" val="10097971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BD4431-40A1-4492-BFAB-408CDCC41B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F6E309-DA67-4F87-8E6B-E3E1E4C7878B}"/>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Problem and objectives</a:t>
            </a:r>
          </a:p>
        </p:txBody>
      </p:sp>
      <p:sp>
        <p:nvSpPr>
          <p:cNvPr id="3" name="">
            <a:extLst xmlns:a="http://schemas.openxmlformats.org/drawingml/2006/main">
              <a:ext uri="{FF2B5EF4-FFF2-40B4-BE49-F238E27FC236}">
                <a16:creationId xmlns:a16="http://schemas.microsoft.com/office/drawing/2014/main" id="{22D90603-6282-4A9F-926C-295DE64D195A}"/>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4929E608-2BF3-4EB7-A491-1ADF03F7A0F4}"/>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6CEAFD7D-1D65-4982-834E-1CB3CE1355BF}"/>
              </a:ext>
            </a:extLst>
          </p:cNvPr>
          <p:cNvSpPr>
            <a:spLocks xmlns:a="http://schemas.openxmlformats.org/drawingml/2006/main" noGrp="1"/>
          </p:cNvSpPr>
          <p:nvPr/>
        </p:nvSpPr>
        <p:spPr>
          <a:xfrm xmlns:a="http://schemas.openxmlformats.org/drawingml/2006/main">
            <a:off x="666750" y="169545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Describe final marks and pass rates using a transparent threshold.</a:t>
            </a:r>
          </a:p>
        </p:txBody>
      </p:sp>
      <p:sp>
        <p:nvSpPr>
          <p:cNvPr id="6" name="">
            <a:extLst xmlns:a="http://schemas.openxmlformats.org/drawingml/2006/main">
              <a:ext uri="{FF2B5EF4-FFF2-40B4-BE49-F238E27FC236}">
                <a16:creationId xmlns:a16="http://schemas.microsoft.com/office/drawing/2014/main" id="{1C626AA1-DE53-4ACA-8AF2-C22954A45993}"/>
              </a:ext>
            </a:extLst>
          </p:cNvPr>
          <p:cNvSpPr>
            <a:spLocks xmlns:a="http://schemas.openxmlformats.org/drawingml/2006/main" noGrp="1"/>
          </p:cNvSpPr>
          <p:nvPr/>
        </p:nvSpPr>
        <p:spPr>
          <a:xfrm xmlns:a="http://schemas.openxmlformats.org/drawingml/2006/main">
            <a:off x="666750" y="274320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Examine absences, study time and earlier assessment results.</a:t>
            </a:r>
          </a:p>
        </p:txBody>
      </p:sp>
      <p:sp>
        <p:nvSpPr>
          <p:cNvPr id="7" name="">
            <a:extLst xmlns:a="http://schemas.openxmlformats.org/drawingml/2006/main">
              <a:ext uri="{FF2B5EF4-FFF2-40B4-BE49-F238E27FC236}">
                <a16:creationId xmlns:a16="http://schemas.microsoft.com/office/drawing/2014/main" id="{DABC24B2-48F7-4215-B739-9473D1647BE3}"/>
              </a:ext>
            </a:extLst>
          </p:cNvPr>
          <p:cNvSpPr>
            <a:spLocks xmlns:a="http://schemas.openxmlformats.org/drawingml/2006/main" noGrp="1"/>
          </p:cNvSpPr>
          <p:nvPr/>
        </p:nvSpPr>
        <p:spPr>
          <a:xfrm xmlns:a="http://schemas.openxmlformats.org/drawingml/2006/main">
            <a:off x="666750" y="379095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Build an interactive report for exploring groups and individual records.</a:t>
            </a:r>
          </a:p>
        </p:txBody>
      </p:sp>
      <p:sp>
        <p:nvSpPr>
          <p:cNvPr id="8" name="">
            <a:extLst xmlns:a="http://schemas.openxmlformats.org/drawingml/2006/main">
              <a:ext uri="{FF2B5EF4-FFF2-40B4-BE49-F238E27FC236}">
                <a16:creationId xmlns:a16="http://schemas.microsoft.com/office/drawing/2014/main" id="{545BD756-CB1C-4D76-8E8B-3F639DE4EA09}"/>
              </a:ext>
            </a:extLst>
          </p:cNvPr>
          <p:cNvSpPr>
            <a:spLocks xmlns:a="http://schemas.openxmlformats.org/drawingml/2006/main" noGrp="1"/>
          </p:cNvSpPr>
          <p:nvPr/>
        </p:nvSpPr>
        <p:spPr>
          <a:xfrm xmlns:a="http://schemas.openxmlformats.org/drawingml/2006/main">
            <a:off x="666750" y="483870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Identify the data needed for an authorized SGSITS version.</a:t>
            </a:r>
          </a:p>
        </p:txBody>
      </p:sp>
    </p:spTree>
    <p:extLst>
      <p:ext uri="{BB962C8B-B14F-4D97-AF65-F5344CB8AC3E}">
        <p14:creationId xmlns:p14="http://schemas.microsoft.com/office/powerpoint/2010/main" val="19990436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9BC785-B086-4128-BA31-AB6E517C73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8DB6FB-5F21-4DAA-B408-80A05551958E}"/>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Dataset source and scope</a:t>
            </a:r>
          </a:p>
        </p:txBody>
      </p:sp>
      <p:sp>
        <p:nvSpPr>
          <p:cNvPr id="3" name="">
            <a:extLst xmlns:a="http://schemas.openxmlformats.org/drawingml/2006/main">
              <a:ext uri="{FF2B5EF4-FFF2-40B4-BE49-F238E27FC236}">
                <a16:creationId xmlns:a16="http://schemas.microsoft.com/office/drawing/2014/main" id="{92F47F0F-68AE-4338-BFDC-1A22E0E43E07}"/>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EAF108EE-AB6F-43F3-8686-99BA864EA7A5}"/>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03</a:t>
            </a:r>
          </a:p>
        </p:txBody>
      </p:sp>
      <p:sp>
        <p:nvSpPr>
          <p:cNvPr id="5" name="">
            <a:extLst xmlns:a="http://schemas.openxmlformats.org/drawingml/2006/main">
              <a:ext uri="{FF2B5EF4-FFF2-40B4-BE49-F238E27FC236}">
                <a16:creationId xmlns:a16="http://schemas.microsoft.com/office/drawing/2014/main" id="{6B1F581F-42C7-4577-8F5C-D23353ABA9F1}"/>
              </a:ext>
            </a:extLst>
          </p:cNvPr>
          <p:cNvSpPr>
            <a:spLocks xmlns:a="http://schemas.openxmlformats.org/drawingml/2006/main" noGrp="1"/>
          </p:cNvSpPr>
          <p:nvPr/>
        </p:nvSpPr>
        <p:spPr>
          <a:xfrm xmlns:a="http://schemas.openxmlformats.org/drawingml/2006/main">
            <a:off x="666750" y="17145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UCI Student Performance, Paulo Cortez, CC BY 4.0</a:t>
            </a:r>
          </a:p>
        </p:txBody>
      </p:sp>
      <p:sp>
        <p:nvSpPr>
          <p:cNvPr id="6" name="">
            <a:extLst xmlns:a="http://schemas.openxmlformats.org/drawingml/2006/main">
              <a:ext uri="{FF2B5EF4-FFF2-40B4-BE49-F238E27FC236}">
                <a16:creationId xmlns:a16="http://schemas.microsoft.com/office/drawing/2014/main" id="{CC7E8FE9-AB0D-4309-88FA-01087C79E045}"/>
              </a:ext>
            </a:extLst>
          </p:cNvPr>
          <p:cNvSpPr>
            <a:spLocks xmlns:a="http://schemas.openxmlformats.org/drawingml/2006/main" noGrp="1"/>
          </p:cNvSpPr>
          <p:nvPr/>
        </p:nvSpPr>
        <p:spPr>
          <a:xfrm xmlns:a="http://schemas.openxmlformats.org/drawingml/2006/main">
            <a:off x="666750" y="27432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Two Portuguese schools: GP and MS. Original files contain 33 columns.</a:t>
            </a:r>
          </a:p>
        </p:txBody>
      </p:sp>
      <p:sp>
        <p:nvSpPr>
          <p:cNvPr id="7" name="">
            <a:extLst xmlns:a="http://schemas.openxmlformats.org/drawingml/2006/main">
              <a:ext uri="{FF2B5EF4-FFF2-40B4-BE49-F238E27FC236}">
                <a16:creationId xmlns:a16="http://schemas.microsoft.com/office/drawing/2014/main" id="{50CF7EE9-93C6-4E06-98AF-6BA0219C019C}"/>
              </a:ext>
            </a:extLst>
          </p:cNvPr>
          <p:cNvSpPr>
            <a:spLocks xmlns:a="http://schemas.openxmlformats.org/drawingml/2006/main" noGrp="1"/>
          </p:cNvSpPr>
          <p:nvPr/>
        </p:nvSpPr>
        <p:spPr>
          <a:xfrm xmlns:a="http://schemas.openxmlformats.org/drawingml/2006/main">
            <a:off x="666750" y="37719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Mathematics: 395 records. Portuguese: 649 records. Cohorts overlap.</a:t>
            </a:r>
          </a:p>
        </p:txBody>
      </p:sp>
      <p:sp>
        <p:nvSpPr>
          <p:cNvPr id="8" name="">
            <a:extLst xmlns:a="http://schemas.openxmlformats.org/drawingml/2006/main">
              <a:ext uri="{FF2B5EF4-FFF2-40B4-BE49-F238E27FC236}">
                <a16:creationId xmlns:a16="http://schemas.microsoft.com/office/drawing/2014/main" id="{5D4A4651-D6FB-475C-B978-332C74DE0896}"/>
              </a:ext>
            </a:extLst>
          </p:cNvPr>
          <p:cNvSpPr>
            <a:spLocks xmlns:a="http://schemas.openxmlformats.org/drawingml/2006/main" noGrp="1"/>
          </p:cNvSpPr>
          <p:nvPr/>
        </p:nvSpPr>
        <p:spPr>
          <a:xfrm xmlns:a="http://schemas.openxmlformats.org/drawingml/2006/main">
            <a:off x="666750" y="48006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Public historical data, not actual SGSITS student records.</a:t>
            </a:r>
          </a:p>
        </p:txBody>
      </p:sp>
    </p:spTree>
    <p:extLst>
      <p:ext uri="{BB962C8B-B14F-4D97-AF65-F5344CB8AC3E}">
        <p14:creationId xmlns:p14="http://schemas.microsoft.com/office/powerpoint/2010/main" val="17213806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93E921-B63D-4CBE-8307-ADB2EE2D9C1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251690-7154-413B-95DC-7DDF03C4702D}"/>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Data quality and cleaning</a:t>
            </a:r>
          </a:p>
        </p:txBody>
      </p:sp>
      <p:sp>
        <p:nvSpPr>
          <p:cNvPr id="3" name="">
            <a:extLst xmlns:a="http://schemas.openxmlformats.org/drawingml/2006/main">
              <a:ext uri="{FF2B5EF4-FFF2-40B4-BE49-F238E27FC236}">
                <a16:creationId xmlns:a16="http://schemas.microsoft.com/office/drawing/2014/main" id="{393CE770-0DDE-46A6-932A-3D5FAC3CC544}"/>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E1EECED6-E0DA-4AAA-AC56-3817837275E0}"/>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6BC05BBA-0807-4881-90D2-8374B546D758}"/>
              </a:ext>
            </a:extLst>
          </p:cNvPr>
          <p:cNvSpPr>
            <a:spLocks xmlns:a="http://schemas.openxmlformats.org/drawingml/2006/main" noGrp="1"/>
          </p:cNvSpPr>
          <p:nvPr/>
        </p:nvSpPr>
        <p:spPr>
          <a:xfrm xmlns:a="http://schemas.openxmlformats.org/drawingml/2006/main">
            <a:off x="857250" y="1857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7455D8"/>
                </a:solidFill>
                <a:latin typeface="DejaVu Sans"/>
                <a:ea typeface="DejaVu Sans"/>
                <a:cs typeface="DejaVu Sans"/>
              </a:defRPr>
            </a:defPPr>
            <a:lvl1pPr>
              <a:defRPr sz="5400" b="1">
                <a:solidFill>
                  <a:srgbClr val="7455D8"/>
                </a:solidFill>
                <a:latin typeface="DejaVu Sans"/>
                <a:ea typeface="DejaVu Sans"/>
                <a:cs typeface="DejaVu Sans"/>
              </a:defRPr>
            </a:lvl1pPr>
            <a:lvl2pPr>
              <a:defRPr sz="5400" b="1">
                <a:solidFill>
                  <a:srgbClr val="7455D8"/>
                </a:solidFill>
                <a:latin typeface="DejaVu Sans"/>
                <a:ea typeface="DejaVu Sans"/>
                <a:cs typeface="DejaVu Sans"/>
              </a:defRPr>
            </a:lvl2pPr>
            <a:lvl3pPr>
              <a:defRPr sz="5400" b="1">
                <a:solidFill>
                  <a:srgbClr val="7455D8"/>
                </a:solidFill>
                <a:latin typeface="DejaVu Sans"/>
                <a:ea typeface="DejaVu Sans"/>
                <a:cs typeface="DejaVu Sans"/>
              </a:defRPr>
            </a:lvl3pPr>
            <a:lvl4pPr>
              <a:defRPr sz="5400" b="1">
                <a:solidFill>
                  <a:srgbClr val="7455D8"/>
                </a:solidFill>
                <a:latin typeface="DejaVu Sans"/>
                <a:ea typeface="DejaVu Sans"/>
                <a:cs typeface="DejaVu Sans"/>
              </a:defRPr>
            </a:lvl4pPr>
            <a:lvl5pPr>
              <a:defRPr sz="5400" b="1">
                <a:solidFill>
                  <a:srgbClr val="7455D8"/>
                </a:solidFill>
                <a:latin typeface="DejaVu Sans"/>
                <a:ea typeface="DejaVu Sans"/>
                <a:cs typeface="DejaVu Sans"/>
              </a:defRPr>
            </a:lvl5pPr>
            <a:lvl6pPr>
              <a:defRPr sz="5400" b="1">
                <a:solidFill>
                  <a:srgbClr val="7455D8"/>
                </a:solidFill>
                <a:latin typeface="DejaVu Sans"/>
                <a:ea typeface="DejaVu Sans"/>
                <a:cs typeface="DejaVu Sans"/>
              </a:defRPr>
            </a:lvl6pPr>
            <a:lvl7pPr>
              <a:defRPr sz="5400" b="1">
                <a:solidFill>
                  <a:srgbClr val="7455D8"/>
                </a:solidFill>
                <a:latin typeface="DejaVu Sans"/>
                <a:ea typeface="DejaVu Sans"/>
                <a:cs typeface="DejaVu Sans"/>
              </a:defRPr>
            </a:lvl7pPr>
            <a:lvl8pPr>
              <a:defRPr sz="5400" b="1">
                <a:solidFill>
                  <a:srgbClr val="7455D8"/>
                </a:solidFill>
                <a:latin typeface="DejaVu Sans"/>
                <a:ea typeface="DejaVu Sans"/>
                <a:cs typeface="DejaVu Sans"/>
              </a:defRPr>
            </a:lvl8pPr>
            <a:lvl9pPr>
              <a:defRPr sz="5400" b="1">
                <a:solidFill>
                  <a:srgbClr val="7455D8"/>
                </a:solidFill>
                <a:latin typeface="DejaVu Sans"/>
                <a:ea typeface="DejaVu Sans"/>
                <a:cs typeface="DejaVu Sans"/>
              </a:defRPr>
            </a:lvl9pPr>
          </a:lstStyle>
          <a:p xmlns:a="http://schemas.openxmlformats.org/drawingml/2006/main">
            <a:pPr>
              <a:defRPr sz="5400" b="1">
                <a:solidFill>
                  <a:srgbClr val="7455D8"/>
                </a:solidFill>
                <a:latin typeface="DejaVu Sans"/>
                <a:ea typeface="DejaVu Sans"/>
                <a:cs typeface="DejaVu Sans"/>
              </a:defRPr>
            </a:pPr>
            <a:r>
              <a:rPr sz="5400" b="1">
                <a:solidFill>
                  <a:srgbClr val="7455D8"/>
                </a:solidFill>
                <a:latin typeface="DejaVu Sans"/>
                <a:ea typeface="DejaVu Sans"/>
                <a:cs typeface="DejaVu Sans"/>
              </a:rPr>
              <a:t>0</a:t>
            </a:r>
          </a:p>
        </p:txBody>
      </p:sp>
      <p:sp>
        <p:nvSpPr>
          <p:cNvPr id="6" name="">
            <a:extLst xmlns:a="http://schemas.openxmlformats.org/drawingml/2006/main">
              <a:ext uri="{FF2B5EF4-FFF2-40B4-BE49-F238E27FC236}">
                <a16:creationId xmlns:a16="http://schemas.microsoft.com/office/drawing/2014/main" id="{08A6CB91-9546-42D0-A774-A423A9288565}"/>
              </a:ext>
            </a:extLst>
          </p:cNvPr>
          <p:cNvSpPr>
            <a:spLocks xmlns:a="http://schemas.openxmlformats.org/drawingml/2006/main" noGrp="1"/>
          </p:cNvSpPr>
          <p:nvPr/>
        </p:nvSpPr>
        <p:spPr>
          <a:xfrm xmlns:a="http://schemas.openxmlformats.org/drawingml/2006/main">
            <a:off x="857250" y="2762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02842"/>
                </a:solidFill>
                <a:latin typeface="DejaVu Sans"/>
                <a:ea typeface="DejaVu Sans"/>
                <a:cs typeface="DejaVu Sans"/>
              </a:defRPr>
            </a:defPPr>
            <a:lvl1pPr>
              <a:defRPr sz="1800" b="0">
                <a:solidFill>
                  <a:srgbClr val="202842"/>
                </a:solidFill>
                <a:latin typeface="DejaVu Sans"/>
                <a:ea typeface="DejaVu Sans"/>
                <a:cs typeface="DejaVu Sans"/>
              </a:defRPr>
            </a:lvl1pPr>
            <a:lvl2pPr>
              <a:defRPr sz="1800" b="0">
                <a:solidFill>
                  <a:srgbClr val="202842"/>
                </a:solidFill>
                <a:latin typeface="DejaVu Sans"/>
                <a:ea typeface="DejaVu Sans"/>
                <a:cs typeface="DejaVu Sans"/>
              </a:defRPr>
            </a:lvl2pPr>
            <a:lvl3pPr>
              <a:defRPr sz="1800" b="0">
                <a:solidFill>
                  <a:srgbClr val="202842"/>
                </a:solidFill>
                <a:latin typeface="DejaVu Sans"/>
                <a:ea typeface="DejaVu Sans"/>
                <a:cs typeface="DejaVu Sans"/>
              </a:defRPr>
            </a:lvl3pPr>
            <a:lvl4pPr>
              <a:defRPr sz="1800" b="0">
                <a:solidFill>
                  <a:srgbClr val="202842"/>
                </a:solidFill>
                <a:latin typeface="DejaVu Sans"/>
                <a:ea typeface="DejaVu Sans"/>
                <a:cs typeface="DejaVu Sans"/>
              </a:defRPr>
            </a:lvl4pPr>
            <a:lvl5pPr>
              <a:defRPr sz="1800" b="0">
                <a:solidFill>
                  <a:srgbClr val="202842"/>
                </a:solidFill>
                <a:latin typeface="DejaVu Sans"/>
                <a:ea typeface="DejaVu Sans"/>
                <a:cs typeface="DejaVu Sans"/>
              </a:defRPr>
            </a:lvl5pPr>
            <a:lvl6pPr>
              <a:defRPr sz="1800" b="0">
                <a:solidFill>
                  <a:srgbClr val="202842"/>
                </a:solidFill>
                <a:latin typeface="DejaVu Sans"/>
                <a:ea typeface="DejaVu Sans"/>
                <a:cs typeface="DejaVu Sans"/>
              </a:defRPr>
            </a:lvl6pPr>
            <a:lvl7pPr>
              <a:defRPr sz="1800" b="0">
                <a:solidFill>
                  <a:srgbClr val="202842"/>
                </a:solidFill>
                <a:latin typeface="DejaVu Sans"/>
                <a:ea typeface="DejaVu Sans"/>
                <a:cs typeface="DejaVu Sans"/>
              </a:defRPr>
            </a:lvl7pPr>
            <a:lvl8pPr>
              <a:defRPr sz="1800" b="0">
                <a:solidFill>
                  <a:srgbClr val="202842"/>
                </a:solidFill>
                <a:latin typeface="DejaVu Sans"/>
                <a:ea typeface="DejaVu Sans"/>
                <a:cs typeface="DejaVu Sans"/>
              </a:defRPr>
            </a:lvl8pPr>
            <a:lvl9pPr>
              <a:defRPr sz="1800" b="0">
                <a:solidFill>
                  <a:srgbClr val="202842"/>
                </a:solidFill>
                <a:latin typeface="DejaVu Sans"/>
                <a:ea typeface="DejaVu Sans"/>
                <a:cs typeface="DejaVu Sans"/>
              </a:defRPr>
            </a:lvl9pPr>
          </a:lstStyle>
          <a:p xmlns:a="http://schemas.openxmlformats.org/drawingml/2006/main">
            <a:pPr>
              <a:defRPr sz="1800" b="0">
                <a:solidFill>
                  <a:srgbClr val="202842"/>
                </a:solidFill>
                <a:latin typeface="DejaVu Sans"/>
                <a:ea typeface="DejaVu Sans"/>
                <a:cs typeface="DejaVu Sans"/>
              </a:defRPr>
            </a:pPr>
            <a:r>
              <a:rPr sz="1800" b="0">
                <a:solidFill>
                  <a:srgbClr val="202842"/>
                </a:solidFill>
                <a:latin typeface="DejaVu Sans"/>
                <a:ea typeface="DejaVu Sans"/>
                <a:cs typeface="DejaVu Sans"/>
              </a:rPr>
              <a:t>missing cells</a:t>
            </a:r>
          </a:p>
        </p:txBody>
      </p:sp>
      <p:sp>
        <p:nvSpPr>
          <p:cNvPr id="7" name="">
            <a:extLst xmlns:a="http://schemas.openxmlformats.org/drawingml/2006/main">
              <a:ext uri="{FF2B5EF4-FFF2-40B4-BE49-F238E27FC236}">
                <a16:creationId xmlns:a16="http://schemas.microsoft.com/office/drawing/2014/main" id="{76318423-DF35-4AE3-BF17-118E49FBB0B5}"/>
              </a:ext>
            </a:extLst>
          </p:cNvPr>
          <p:cNvSpPr>
            <a:spLocks xmlns:a="http://schemas.openxmlformats.org/drawingml/2006/main" noGrp="1"/>
          </p:cNvSpPr>
          <p:nvPr/>
        </p:nvSpPr>
        <p:spPr>
          <a:xfrm xmlns:a="http://schemas.openxmlformats.org/drawingml/2006/main">
            <a:off x="4619625" y="1857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3184E8"/>
                </a:solidFill>
                <a:latin typeface="DejaVu Sans"/>
                <a:ea typeface="DejaVu Sans"/>
                <a:cs typeface="DejaVu Sans"/>
              </a:defRPr>
            </a:defPPr>
            <a:lvl1pPr>
              <a:defRPr sz="5400" b="1">
                <a:solidFill>
                  <a:srgbClr val="3184E8"/>
                </a:solidFill>
                <a:latin typeface="DejaVu Sans"/>
                <a:ea typeface="DejaVu Sans"/>
                <a:cs typeface="DejaVu Sans"/>
              </a:defRPr>
            </a:lvl1pPr>
            <a:lvl2pPr>
              <a:defRPr sz="5400" b="1">
                <a:solidFill>
                  <a:srgbClr val="3184E8"/>
                </a:solidFill>
                <a:latin typeface="DejaVu Sans"/>
                <a:ea typeface="DejaVu Sans"/>
                <a:cs typeface="DejaVu Sans"/>
              </a:defRPr>
            </a:lvl2pPr>
            <a:lvl3pPr>
              <a:defRPr sz="5400" b="1">
                <a:solidFill>
                  <a:srgbClr val="3184E8"/>
                </a:solidFill>
                <a:latin typeface="DejaVu Sans"/>
                <a:ea typeface="DejaVu Sans"/>
                <a:cs typeface="DejaVu Sans"/>
              </a:defRPr>
            </a:lvl3pPr>
            <a:lvl4pPr>
              <a:defRPr sz="5400" b="1">
                <a:solidFill>
                  <a:srgbClr val="3184E8"/>
                </a:solidFill>
                <a:latin typeface="DejaVu Sans"/>
                <a:ea typeface="DejaVu Sans"/>
                <a:cs typeface="DejaVu Sans"/>
              </a:defRPr>
            </a:lvl4pPr>
            <a:lvl5pPr>
              <a:defRPr sz="5400" b="1">
                <a:solidFill>
                  <a:srgbClr val="3184E8"/>
                </a:solidFill>
                <a:latin typeface="DejaVu Sans"/>
                <a:ea typeface="DejaVu Sans"/>
                <a:cs typeface="DejaVu Sans"/>
              </a:defRPr>
            </a:lvl5pPr>
            <a:lvl6pPr>
              <a:defRPr sz="5400" b="1">
                <a:solidFill>
                  <a:srgbClr val="3184E8"/>
                </a:solidFill>
                <a:latin typeface="DejaVu Sans"/>
                <a:ea typeface="DejaVu Sans"/>
                <a:cs typeface="DejaVu Sans"/>
              </a:defRPr>
            </a:lvl6pPr>
            <a:lvl7pPr>
              <a:defRPr sz="5400" b="1">
                <a:solidFill>
                  <a:srgbClr val="3184E8"/>
                </a:solidFill>
                <a:latin typeface="DejaVu Sans"/>
                <a:ea typeface="DejaVu Sans"/>
                <a:cs typeface="DejaVu Sans"/>
              </a:defRPr>
            </a:lvl7pPr>
            <a:lvl8pPr>
              <a:defRPr sz="5400" b="1">
                <a:solidFill>
                  <a:srgbClr val="3184E8"/>
                </a:solidFill>
                <a:latin typeface="DejaVu Sans"/>
                <a:ea typeface="DejaVu Sans"/>
                <a:cs typeface="DejaVu Sans"/>
              </a:defRPr>
            </a:lvl8pPr>
            <a:lvl9pPr>
              <a:defRPr sz="5400" b="1">
                <a:solidFill>
                  <a:srgbClr val="3184E8"/>
                </a:solidFill>
                <a:latin typeface="DejaVu Sans"/>
                <a:ea typeface="DejaVu Sans"/>
                <a:cs typeface="DejaVu Sans"/>
              </a:defRPr>
            </a:lvl9pPr>
          </a:lstStyle>
          <a:p xmlns:a="http://schemas.openxmlformats.org/drawingml/2006/main">
            <a:pPr>
              <a:defRPr sz="5400" b="1">
                <a:solidFill>
                  <a:srgbClr val="3184E8"/>
                </a:solidFill>
                <a:latin typeface="DejaVu Sans"/>
                <a:ea typeface="DejaVu Sans"/>
                <a:cs typeface="DejaVu Sans"/>
              </a:defRPr>
            </a:pPr>
            <a:r>
              <a:rPr sz="5400" b="1">
                <a:solidFill>
                  <a:srgbClr val="3184E8"/>
                </a:solidFill>
                <a:latin typeface="DejaVu Sans"/>
                <a:ea typeface="DejaVu Sans"/>
                <a:cs typeface="DejaVu Sans"/>
              </a:rPr>
              <a:t>0</a:t>
            </a:r>
          </a:p>
        </p:txBody>
      </p:sp>
      <p:sp>
        <p:nvSpPr>
          <p:cNvPr id="8" name="">
            <a:extLst xmlns:a="http://schemas.openxmlformats.org/drawingml/2006/main">
              <a:ext uri="{FF2B5EF4-FFF2-40B4-BE49-F238E27FC236}">
                <a16:creationId xmlns:a16="http://schemas.microsoft.com/office/drawing/2014/main" id="{4FB4634C-C65B-4931-AF07-3EEAE1F2B3B7}"/>
              </a:ext>
            </a:extLst>
          </p:cNvPr>
          <p:cNvSpPr>
            <a:spLocks xmlns:a="http://schemas.openxmlformats.org/drawingml/2006/main" noGrp="1"/>
          </p:cNvSpPr>
          <p:nvPr/>
        </p:nvSpPr>
        <p:spPr>
          <a:xfrm xmlns:a="http://schemas.openxmlformats.org/drawingml/2006/main">
            <a:off x="4619625" y="27622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02842"/>
                </a:solidFill>
                <a:latin typeface="DejaVu Sans"/>
                <a:ea typeface="DejaVu Sans"/>
                <a:cs typeface="DejaVu Sans"/>
              </a:defRPr>
            </a:defPPr>
            <a:lvl1pPr>
              <a:defRPr sz="1800" b="0">
                <a:solidFill>
                  <a:srgbClr val="202842"/>
                </a:solidFill>
                <a:latin typeface="DejaVu Sans"/>
                <a:ea typeface="DejaVu Sans"/>
                <a:cs typeface="DejaVu Sans"/>
              </a:defRPr>
            </a:lvl1pPr>
            <a:lvl2pPr>
              <a:defRPr sz="1800" b="0">
                <a:solidFill>
                  <a:srgbClr val="202842"/>
                </a:solidFill>
                <a:latin typeface="DejaVu Sans"/>
                <a:ea typeface="DejaVu Sans"/>
                <a:cs typeface="DejaVu Sans"/>
              </a:defRPr>
            </a:lvl2pPr>
            <a:lvl3pPr>
              <a:defRPr sz="1800" b="0">
                <a:solidFill>
                  <a:srgbClr val="202842"/>
                </a:solidFill>
                <a:latin typeface="DejaVu Sans"/>
                <a:ea typeface="DejaVu Sans"/>
                <a:cs typeface="DejaVu Sans"/>
              </a:defRPr>
            </a:lvl3pPr>
            <a:lvl4pPr>
              <a:defRPr sz="1800" b="0">
                <a:solidFill>
                  <a:srgbClr val="202842"/>
                </a:solidFill>
                <a:latin typeface="DejaVu Sans"/>
                <a:ea typeface="DejaVu Sans"/>
                <a:cs typeface="DejaVu Sans"/>
              </a:defRPr>
            </a:lvl4pPr>
            <a:lvl5pPr>
              <a:defRPr sz="1800" b="0">
                <a:solidFill>
                  <a:srgbClr val="202842"/>
                </a:solidFill>
                <a:latin typeface="DejaVu Sans"/>
                <a:ea typeface="DejaVu Sans"/>
                <a:cs typeface="DejaVu Sans"/>
              </a:defRPr>
            </a:lvl5pPr>
            <a:lvl6pPr>
              <a:defRPr sz="1800" b="0">
                <a:solidFill>
                  <a:srgbClr val="202842"/>
                </a:solidFill>
                <a:latin typeface="DejaVu Sans"/>
                <a:ea typeface="DejaVu Sans"/>
                <a:cs typeface="DejaVu Sans"/>
              </a:defRPr>
            </a:lvl6pPr>
            <a:lvl7pPr>
              <a:defRPr sz="1800" b="0">
                <a:solidFill>
                  <a:srgbClr val="202842"/>
                </a:solidFill>
                <a:latin typeface="DejaVu Sans"/>
                <a:ea typeface="DejaVu Sans"/>
                <a:cs typeface="DejaVu Sans"/>
              </a:defRPr>
            </a:lvl7pPr>
            <a:lvl8pPr>
              <a:defRPr sz="1800" b="0">
                <a:solidFill>
                  <a:srgbClr val="202842"/>
                </a:solidFill>
                <a:latin typeface="DejaVu Sans"/>
                <a:ea typeface="DejaVu Sans"/>
                <a:cs typeface="DejaVu Sans"/>
              </a:defRPr>
            </a:lvl8pPr>
            <a:lvl9pPr>
              <a:defRPr sz="1800" b="0">
                <a:solidFill>
                  <a:srgbClr val="202842"/>
                </a:solidFill>
                <a:latin typeface="DejaVu Sans"/>
                <a:ea typeface="DejaVu Sans"/>
                <a:cs typeface="DejaVu Sans"/>
              </a:defRPr>
            </a:lvl9pPr>
          </a:lstStyle>
          <a:p xmlns:a="http://schemas.openxmlformats.org/drawingml/2006/main">
            <a:pPr>
              <a:defRPr sz="1800" b="0">
                <a:solidFill>
                  <a:srgbClr val="202842"/>
                </a:solidFill>
                <a:latin typeface="DejaVu Sans"/>
                <a:ea typeface="DejaVu Sans"/>
                <a:cs typeface="DejaVu Sans"/>
              </a:defRPr>
            </a:pPr>
            <a:r>
              <a:rPr sz="1800" b="0">
                <a:solidFill>
                  <a:srgbClr val="202842"/>
                </a:solidFill>
                <a:latin typeface="DejaVu Sans"/>
                <a:ea typeface="DejaVu Sans"/>
                <a:cs typeface="DejaVu Sans"/>
              </a:rPr>
              <a:t>exact duplicate rows</a:t>
            </a:r>
          </a:p>
        </p:txBody>
      </p:sp>
      <p:sp>
        <p:nvSpPr>
          <p:cNvPr id="9" name="">
            <a:extLst xmlns:a="http://schemas.openxmlformats.org/drawingml/2006/main">
              <a:ext uri="{FF2B5EF4-FFF2-40B4-BE49-F238E27FC236}">
                <a16:creationId xmlns:a16="http://schemas.microsoft.com/office/drawing/2014/main" id="{ED4780E8-BA83-4B57-8A39-425B84F50CEF}"/>
              </a:ext>
            </a:extLst>
          </p:cNvPr>
          <p:cNvSpPr>
            <a:spLocks xmlns:a="http://schemas.openxmlformats.org/drawingml/2006/main" noGrp="1"/>
          </p:cNvSpPr>
          <p:nvPr/>
        </p:nvSpPr>
        <p:spPr>
          <a:xfrm xmlns:a="http://schemas.openxmlformats.org/drawingml/2006/main">
            <a:off x="8572500" y="185737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7455D8"/>
                </a:solidFill>
                <a:latin typeface="DejaVu Sans"/>
                <a:ea typeface="DejaVu Sans"/>
                <a:cs typeface="DejaVu Sans"/>
              </a:defRPr>
            </a:defPPr>
            <a:lvl1pPr>
              <a:defRPr sz="5400" b="1">
                <a:solidFill>
                  <a:srgbClr val="7455D8"/>
                </a:solidFill>
                <a:latin typeface="DejaVu Sans"/>
                <a:ea typeface="DejaVu Sans"/>
                <a:cs typeface="DejaVu Sans"/>
              </a:defRPr>
            </a:lvl1pPr>
            <a:lvl2pPr>
              <a:defRPr sz="5400" b="1">
                <a:solidFill>
                  <a:srgbClr val="7455D8"/>
                </a:solidFill>
                <a:latin typeface="DejaVu Sans"/>
                <a:ea typeface="DejaVu Sans"/>
                <a:cs typeface="DejaVu Sans"/>
              </a:defRPr>
            </a:lvl2pPr>
            <a:lvl3pPr>
              <a:defRPr sz="5400" b="1">
                <a:solidFill>
                  <a:srgbClr val="7455D8"/>
                </a:solidFill>
                <a:latin typeface="DejaVu Sans"/>
                <a:ea typeface="DejaVu Sans"/>
                <a:cs typeface="DejaVu Sans"/>
              </a:defRPr>
            </a:lvl3pPr>
            <a:lvl4pPr>
              <a:defRPr sz="5400" b="1">
                <a:solidFill>
                  <a:srgbClr val="7455D8"/>
                </a:solidFill>
                <a:latin typeface="DejaVu Sans"/>
                <a:ea typeface="DejaVu Sans"/>
                <a:cs typeface="DejaVu Sans"/>
              </a:defRPr>
            </a:lvl4pPr>
            <a:lvl5pPr>
              <a:defRPr sz="5400" b="1">
                <a:solidFill>
                  <a:srgbClr val="7455D8"/>
                </a:solidFill>
                <a:latin typeface="DejaVu Sans"/>
                <a:ea typeface="DejaVu Sans"/>
                <a:cs typeface="DejaVu Sans"/>
              </a:defRPr>
            </a:lvl5pPr>
            <a:lvl6pPr>
              <a:defRPr sz="5400" b="1">
                <a:solidFill>
                  <a:srgbClr val="7455D8"/>
                </a:solidFill>
                <a:latin typeface="DejaVu Sans"/>
                <a:ea typeface="DejaVu Sans"/>
                <a:cs typeface="DejaVu Sans"/>
              </a:defRPr>
            </a:lvl6pPr>
            <a:lvl7pPr>
              <a:defRPr sz="5400" b="1">
                <a:solidFill>
                  <a:srgbClr val="7455D8"/>
                </a:solidFill>
                <a:latin typeface="DejaVu Sans"/>
                <a:ea typeface="DejaVu Sans"/>
                <a:cs typeface="DejaVu Sans"/>
              </a:defRPr>
            </a:lvl7pPr>
            <a:lvl8pPr>
              <a:defRPr sz="5400" b="1">
                <a:solidFill>
                  <a:srgbClr val="7455D8"/>
                </a:solidFill>
                <a:latin typeface="DejaVu Sans"/>
                <a:ea typeface="DejaVu Sans"/>
                <a:cs typeface="DejaVu Sans"/>
              </a:defRPr>
            </a:lvl8pPr>
            <a:lvl9pPr>
              <a:defRPr sz="5400" b="1">
                <a:solidFill>
                  <a:srgbClr val="7455D8"/>
                </a:solidFill>
                <a:latin typeface="DejaVu Sans"/>
                <a:ea typeface="DejaVu Sans"/>
                <a:cs typeface="DejaVu Sans"/>
              </a:defRPr>
            </a:lvl9pPr>
          </a:lstStyle>
          <a:p xmlns:a="http://schemas.openxmlformats.org/drawingml/2006/main">
            <a:pPr>
              <a:defRPr sz="5400" b="1">
                <a:solidFill>
                  <a:srgbClr val="7455D8"/>
                </a:solidFill>
                <a:latin typeface="DejaVu Sans"/>
                <a:ea typeface="DejaVu Sans"/>
                <a:cs typeface="DejaVu Sans"/>
              </a:defRPr>
            </a:pPr>
            <a:r>
              <a:rPr sz="5400" b="1">
                <a:solidFill>
                  <a:srgbClr val="7455D8"/>
                </a:solidFill>
                <a:latin typeface="DejaVu Sans"/>
                <a:ea typeface="DejaVu Sans"/>
                <a:cs typeface="DejaVu Sans"/>
              </a:rPr>
              <a:t>1,044</a:t>
            </a:r>
          </a:p>
        </p:txBody>
      </p:sp>
      <p:sp>
        <p:nvSpPr>
          <p:cNvPr id="10" name="">
            <a:extLst xmlns:a="http://schemas.openxmlformats.org/drawingml/2006/main">
              <a:ext uri="{FF2B5EF4-FFF2-40B4-BE49-F238E27FC236}">
                <a16:creationId xmlns:a16="http://schemas.microsoft.com/office/drawing/2014/main" id="{7D1D2386-33D3-40A3-BBA4-29CA98018E89}"/>
              </a:ext>
            </a:extLst>
          </p:cNvPr>
          <p:cNvSpPr>
            <a:spLocks xmlns:a="http://schemas.openxmlformats.org/drawingml/2006/main" noGrp="1"/>
          </p:cNvSpPr>
          <p:nvPr/>
        </p:nvSpPr>
        <p:spPr>
          <a:xfrm xmlns:a="http://schemas.openxmlformats.org/drawingml/2006/main">
            <a:off x="8572500" y="27622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02842"/>
                </a:solidFill>
                <a:latin typeface="DejaVu Sans"/>
                <a:ea typeface="DejaVu Sans"/>
                <a:cs typeface="DejaVu Sans"/>
              </a:defRPr>
            </a:defPPr>
            <a:lvl1pPr>
              <a:defRPr sz="1800" b="0">
                <a:solidFill>
                  <a:srgbClr val="202842"/>
                </a:solidFill>
                <a:latin typeface="DejaVu Sans"/>
                <a:ea typeface="DejaVu Sans"/>
                <a:cs typeface="DejaVu Sans"/>
              </a:defRPr>
            </a:lvl1pPr>
            <a:lvl2pPr>
              <a:defRPr sz="1800" b="0">
                <a:solidFill>
                  <a:srgbClr val="202842"/>
                </a:solidFill>
                <a:latin typeface="DejaVu Sans"/>
                <a:ea typeface="DejaVu Sans"/>
                <a:cs typeface="DejaVu Sans"/>
              </a:defRPr>
            </a:lvl2pPr>
            <a:lvl3pPr>
              <a:defRPr sz="1800" b="0">
                <a:solidFill>
                  <a:srgbClr val="202842"/>
                </a:solidFill>
                <a:latin typeface="DejaVu Sans"/>
                <a:ea typeface="DejaVu Sans"/>
                <a:cs typeface="DejaVu Sans"/>
              </a:defRPr>
            </a:lvl3pPr>
            <a:lvl4pPr>
              <a:defRPr sz="1800" b="0">
                <a:solidFill>
                  <a:srgbClr val="202842"/>
                </a:solidFill>
                <a:latin typeface="DejaVu Sans"/>
                <a:ea typeface="DejaVu Sans"/>
                <a:cs typeface="DejaVu Sans"/>
              </a:defRPr>
            </a:lvl4pPr>
            <a:lvl5pPr>
              <a:defRPr sz="1800" b="0">
                <a:solidFill>
                  <a:srgbClr val="202842"/>
                </a:solidFill>
                <a:latin typeface="DejaVu Sans"/>
                <a:ea typeface="DejaVu Sans"/>
                <a:cs typeface="DejaVu Sans"/>
              </a:defRPr>
            </a:lvl5pPr>
            <a:lvl6pPr>
              <a:defRPr sz="1800" b="0">
                <a:solidFill>
                  <a:srgbClr val="202842"/>
                </a:solidFill>
                <a:latin typeface="DejaVu Sans"/>
                <a:ea typeface="DejaVu Sans"/>
                <a:cs typeface="DejaVu Sans"/>
              </a:defRPr>
            </a:lvl6pPr>
            <a:lvl7pPr>
              <a:defRPr sz="1800" b="0">
                <a:solidFill>
                  <a:srgbClr val="202842"/>
                </a:solidFill>
                <a:latin typeface="DejaVu Sans"/>
                <a:ea typeface="DejaVu Sans"/>
                <a:cs typeface="DejaVu Sans"/>
              </a:defRPr>
            </a:lvl7pPr>
            <a:lvl8pPr>
              <a:defRPr sz="1800" b="0">
                <a:solidFill>
                  <a:srgbClr val="202842"/>
                </a:solidFill>
                <a:latin typeface="DejaVu Sans"/>
                <a:ea typeface="DejaVu Sans"/>
                <a:cs typeface="DejaVu Sans"/>
              </a:defRPr>
            </a:lvl8pPr>
            <a:lvl9pPr>
              <a:defRPr sz="1800" b="0">
                <a:solidFill>
                  <a:srgbClr val="202842"/>
                </a:solidFill>
                <a:latin typeface="DejaVu Sans"/>
                <a:ea typeface="DejaVu Sans"/>
                <a:cs typeface="DejaVu Sans"/>
              </a:defRPr>
            </a:lvl9pPr>
          </a:lstStyle>
          <a:p xmlns:a="http://schemas.openxmlformats.org/drawingml/2006/main">
            <a:pPr>
              <a:defRPr sz="1800" b="0">
                <a:solidFill>
                  <a:srgbClr val="202842"/>
                </a:solidFill>
                <a:latin typeface="DejaVu Sans"/>
                <a:ea typeface="DejaVu Sans"/>
                <a:cs typeface="DejaVu Sans"/>
              </a:defRPr>
            </a:pPr>
            <a:r>
              <a:rPr sz="1800" b="0">
                <a:solidFill>
                  <a:srgbClr val="202842"/>
                </a:solidFill>
                <a:latin typeface="DejaVu Sans"/>
                <a:ea typeface="DejaVu Sans"/>
                <a:cs typeface="DejaVu Sans"/>
              </a:rPr>
              <a:t>course records retained</a:t>
            </a:r>
          </a:p>
        </p:txBody>
      </p:sp>
      <p:sp>
        <p:nvSpPr>
          <p:cNvPr id="11" name="">
            <a:extLst xmlns:a="http://schemas.openxmlformats.org/drawingml/2006/main">
              <a:ext uri="{FF2B5EF4-FFF2-40B4-BE49-F238E27FC236}">
                <a16:creationId xmlns:a16="http://schemas.microsoft.com/office/drawing/2014/main" id="{45875995-6D91-45D8-A472-B454B9C415CD}"/>
              </a:ext>
            </a:extLst>
          </p:cNvPr>
          <p:cNvSpPr>
            <a:spLocks xmlns:a="http://schemas.openxmlformats.org/drawingml/2006/main" noGrp="1"/>
          </p:cNvSpPr>
          <p:nvPr/>
        </p:nvSpPr>
        <p:spPr>
          <a:xfrm xmlns:a="http://schemas.openxmlformats.org/drawingml/2006/main">
            <a:off x="809625" y="409575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High-absence flags retained: 15 Mathematics, 21 Portuguese.</a:t>
            </a:r>
          </a:p>
        </p:txBody>
      </p:sp>
      <p:sp>
        <p:nvSpPr>
          <p:cNvPr id="12" name="">
            <a:extLst xmlns:a="http://schemas.openxmlformats.org/drawingml/2006/main">
              <a:ext uri="{FF2B5EF4-FFF2-40B4-BE49-F238E27FC236}">
                <a16:creationId xmlns:a16="http://schemas.microsoft.com/office/drawing/2014/main" id="{9D112ADD-AFD1-4379-BDCF-51A5AD83D6EE}"/>
              </a:ext>
            </a:extLst>
          </p:cNvPr>
          <p:cNvSpPr>
            <a:spLocks xmlns:a="http://schemas.openxmlformats.org/drawingml/2006/main" noGrp="1"/>
          </p:cNvSpPr>
          <p:nvPr/>
        </p:nvSpPr>
        <p:spPr>
          <a:xfrm xmlns:a="http://schemas.openxmlformats.org/drawingml/2006/main">
            <a:off x="809625" y="495300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Zero final grades retained: 38 Mathematics, 15 Portuguese.</a:t>
            </a:r>
          </a:p>
        </p:txBody>
      </p:sp>
    </p:spTree>
    <p:extLst>
      <p:ext uri="{BB962C8B-B14F-4D97-AF65-F5344CB8AC3E}">
        <p14:creationId xmlns:p14="http://schemas.microsoft.com/office/powerpoint/2010/main" val="1376532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C90AE5-09E0-451B-AC65-FDF6C0955F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B79782-B70F-4EE0-9B13-667B75AF982F}"/>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Methodology and analytical definitions</a:t>
            </a:r>
          </a:p>
        </p:txBody>
      </p:sp>
      <p:sp>
        <p:nvSpPr>
          <p:cNvPr id="3" name="">
            <a:extLst xmlns:a="http://schemas.openxmlformats.org/drawingml/2006/main">
              <a:ext uri="{FF2B5EF4-FFF2-40B4-BE49-F238E27FC236}">
                <a16:creationId xmlns:a16="http://schemas.microsoft.com/office/drawing/2014/main" id="{146ADF6F-432F-4AAA-B287-74CDC3B4BC3F}"/>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A686012D-2ADF-481D-B295-DDF5D4155DFB}"/>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05</a:t>
            </a:r>
          </a:p>
        </p:txBody>
      </p:sp>
      <p:sp>
        <p:nvSpPr>
          <p:cNvPr id="5" name="">
            <a:extLst xmlns:a="http://schemas.openxmlformats.org/drawingml/2006/main">
              <a:ext uri="{FF2B5EF4-FFF2-40B4-BE49-F238E27FC236}">
                <a16:creationId xmlns:a16="http://schemas.microsoft.com/office/drawing/2014/main" id="{A61CDB9C-89D9-4A40-B8FD-0E9F805FA22E}"/>
              </a:ext>
            </a:extLst>
          </p:cNvPr>
          <p:cNvSpPr>
            <a:spLocks xmlns:a="http://schemas.openxmlformats.org/drawingml/2006/main" noGrp="1"/>
          </p:cNvSpPr>
          <p:nvPr/>
        </p:nvSpPr>
        <p:spPr>
          <a:xfrm xmlns:a="http://schemas.openxmlformats.org/drawingml/2006/main">
            <a:off x="666750" y="1666875"/>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Import original CSVs and validate values by subject.</a:t>
            </a:r>
          </a:p>
        </p:txBody>
      </p:sp>
      <p:sp>
        <p:nvSpPr>
          <p:cNvPr id="6" name="">
            <a:extLst xmlns:a="http://schemas.openxmlformats.org/drawingml/2006/main">
              <a:ext uri="{FF2B5EF4-FFF2-40B4-BE49-F238E27FC236}">
                <a16:creationId xmlns:a16="http://schemas.microsoft.com/office/drawing/2014/main" id="{A3386627-95FD-4319-9062-C5D374DF6A79}"/>
              </a:ext>
            </a:extLst>
          </p:cNvPr>
          <p:cNvSpPr>
            <a:spLocks xmlns:a="http://schemas.openxmlformats.org/drawingml/2006/main" noGrp="1"/>
          </p:cNvSpPr>
          <p:nvPr/>
        </p:nvSpPr>
        <p:spPr>
          <a:xfrm xmlns:a="http://schemas.openxmlformats.org/drawingml/2006/main">
            <a:off x="666750" y="2524125"/>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Derive pass status, grade bands, absence groups and row identifiers.</a:t>
            </a:r>
          </a:p>
        </p:txBody>
      </p:sp>
      <p:sp>
        <p:nvSpPr>
          <p:cNvPr id="7" name="">
            <a:extLst xmlns:a="http://schemas.openxmlformats.org/drawingml/2006/main">
              <a:ext uri="{FF2B5EF4-FFF2-40B4-BE49-F238E27FC236}">
                <a16:creationId xmlns:a16="http://schemas.microsoft.com/office/drawing/2014/main" id="{18FDDF14-2852-4EB6-9428-D010928650F3}"/>
              </a:ext>
            </a:extLst>
          </p:cNvPr>
          <p:cNvSpPr>
            <a:spLocks xmlns:a="http://schemas.openxmlformats.org/drawingml/2006/main" noGrp="1"/>
          </p:cNvSpPr>
          <p:nvPr/>
        </p:nvSpPr>
        <p:spPr>
          <a:xfrm xmlns:a="http://schemas.openxmlformats.org/drawingml/2006/main">
            <a:off x="666750" y="3381375"/>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Calculate statistics, Pearson correlations and rank-based checks.</a:t>
            </a:r>
          </a:p>
        </p:txBody>
      </p:sp>
      <p:sp>
        <p:nvSpPr>
          <p:cNvPr id="8" name="">
            <a:extLst xmlns:a="http://schemas.openxmlformats.org/drawingml/2006/main">
              <a:ext uri="{FF2B5EF4-FFF2-40B4-BE49-F238E27FC236}">
                <a16:creationId xmlns:a16="http://schemas.microsoft.com/office/drawing/2014/main" id="{15DF432D-11FD-4212-9867-29246C7EB317}"/>
              </a:ext>
            </a:extLst>
          </p:cNvPr>
          <p:cNvSpPr>
            <a:spLocks xmlns:a="http://schemas.openxmlformats.org/drawingml/2006/main" noGrp="1"/>
          </p:cNvSpPr>
          <p:nvPr/>
        </p:nvSpPr>
        <p:spPr>
          <a:xfrm xmlns:a="http://schemas.openxmlformats.org/drawingml/2006/main">
            <a:off x="666750" y="4238625"/>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Generate nine charts, four dashboard pages and reproducible outputs.</a:t>
            </a:r>
          </a:p>
        </p:txBody>
      </p:sp>
      <p:sp>
        <p:nvSpPr>
          <p:cNvPr id="9" name="">
            <a:extLst xmlns:a="http://schemas.openxmlformats.org/drawingml/2006/main">
              <a:ext uri="{FF2B5EF4-FFF2-40B4-BE49-F238E27FC236}">
                <a16:creationId xmlns:a16="http://schemas.microsoft.com/office/drawing/2014/main" id="{39F749EF-8024-4443-A2D1-E210B0C21D82}"/>
              </a:ext>
            </a:extLst>
          </p:cNvPr>
          <p:cNvSpPr>
            <a:spLocks xmlns:a="http://schemas.openxmlformats.org/drawingml/2006/main" noGrp="1"/>
          </p:cNvSpPr>
          <p:nvPr/>
        </p:nvSpPr>
        <p:spPr>
          <a:xfrm xmlns:a="http://schemas.openxmlformats.org/drawingml/2006/main">
            <a:off x="666750" y="5476875"/>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7455D8"/>
                </a:solidFill>
                <a:latin typeface="DejaVu Sans"/>
                <a:ea typeface="DejaVu Sans"/>
                <a:cs typeface="DejaVu Sans"/>
              </a:defRPr>
            </a:defPPr>
            <a:lvl1pPr>
              <a:defRPr sz="1650" b="1">
                <a:solidFill>
                  <a:srgbClr val="7455D8"/>
                </a:solidFill>
                <a:latin typeface="DejaVu Sans"/>
                <a:ea typeface="DejaVu Sans"/>
                <a:cs typeface="DejaVu Sans"/>
              </a:defRPr>
            </a:lvl1pPr>
            <a:lvl2pPr>
              <a:defRPr sz="1650" b="1">
                <a:solidFill>
                  <a:srgbClr val="7455D8"/>
                </a:solidFill>
                <a:latin typeface="DejaVu Sans"/>
                <a:ea typeface="DejaVu Sans"/>
                <a:cs typeface="DejaVu Sans"/>
              </a:defRPr>
            </a:lvl2pPr>
            <a:lvl3pPr>
              <a:defRPr sz="1650" b="1">
                <a:solidFill>
                  <a:srgbClr val="7455D8"/>
                </a:solidFill>
                <a:latin typeface="DejaVu Sans"/>
                <a:ea typeface="DejaVu Sans"/>
                <a:cs typeface="DejaVu Sans"/>
              </a:defRPr>
            </a:lvl3pPr>
            <a:lvl4pPr>
              <a:defRPr sz="1650" b="1">
                <a:solidFill>
                  <a:srgbClr val="7455D8"/>
                </a:solidFill>
                <a:latin typeface="DejaVu Sans"/>
                <a:ea typeface="DejaVu Sans"/>
                <a:cs typeface="DejaVu Sans"/>
              </a:defRPr>
            </a:lvl4pPr>
            <a:lvl5pPr>
              <a:defRPr sz="1650" b="1">
                <a:solidFill>
                  <a:srgbClr val="7455D8"/>
                </a:solidFill>
                <a:latin typeface="DejaVu Sans"/>
                <a:ea typeface="DejaVu Sans"/>
                <a:cs typeface="DejaVu Sans"/>
              </a:defRPr>
            </a:lvl5pPr>
            <a:lvl6pPr>
              <a:defRPr sz="1650" b="1">
                <a:solidFill>
                  <a:srgbClr val="7455D8"/>
                </a:solidFill>
                <a:latin typeface="DejaVu Sans"/>
                <a:ea typeface="DejaVu Sans"/>
                <a:cs typeface="DejaVu Sans"/>
              </a:defRPr>
            </a:lvl6pPr>
            <a:lvl7pPr>
              <a:defRPr sz="1650" b="1">
                <a:solidFill>
                  <a:srgbClr val="7455D8"/>
                </a:solidFill>
                <a:latin typeface="DejaVu Sans"/>
                <a:ea typeface="DejaVu Sans"/>
                <a:cs typeface="DejaVu Sans"/>
              </a:defRPr>
            </a:lvl7pPr>
            <a:lvl8pPr>
              <a:defRPr sz="1650" b="1">
                <a:solidFill>
                  <a:srgbClr val="7455D8"/>
                </a:solidFill>
                <a:latin typeface="DejaVu Sans"/>
                <a:ea typeface="DejaVu Sans"/>
                <a:cs typeface="DejaVu Sans"/>
              </a:defRPr>
            </a:lvl8pPr>
            <a:lvl9pPr>
              <a:defRPr sz="1650" b="1">
                <a:solidFill>
                  <a:srgbClr val="7455D8"/>
                </a:solidFill>
                <a:latin typeface="DejaVu Sans"/>
                <a:ea typeface="DejaVu Sans"/>
                <a:cs typeface="DejaVu Sans"/>
              </a:defRPr>
            </a:lvl9pPr>
          </a:lstStyle>
          <a:p xmlns:a="http://schemas.openxmlformats.org/drawingml/2006/main">
            <a:pPr>
              <a:defRPr sz="1650" b="1">
                <a:solidFill>
                  <a:srgbClr val="7455D8"/>
                </a:solidFill>
                <a:latin typeface="DejaVu Sans"/>
                <a:ea typeface="DejaVu Sans"/>
                <a:cs typeface="DejaVu Sans"/>
              </a:defRPr>
            </a:pPr>
            <a:r>
              <a:rPr sz="1650" b="1">
                <a:solidFill>
                  <a:srgbClr val="7455D8"/>
                </a:solidFill>
                <a:latin typeface="DejaVu Sans"/>
                <a:ea typeface="DejaVu Sans"/>
                <a:cs typeface="DejaVu Sans"/>
              </a:rPr>
              <a:t>Pass: G3 ≥ 10/20. Absences remain counts. No invented attendance percentage.</a:t>
            </a:r>
          </a:p>
        </p:txBody>
      </p:sp>
    </p:spTree>
    <p:extLst>
      <p:ext uri="{BB962C8B-B14F-4D97-AF65-F5344CB8AC3E}">
        <p14:creationId xmlns:p14="http://schemas.microsoft.com/office/powerpoint/2010/main" val="20592454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67024D-D449-41F5-A47B-7DE437A30F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75A5FB-7DEB-4DCA-A3CB-33C9EE032EF9}"/>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Interactive dashboard overview</a:t>
            </a:r>
          </a:p>
        </p:txBody>
      </p:sp>
      <p:sp>
        <p:nvSpPr>
          <p:cNvPr id="3" name="">
            <a:extLst xmlns:a="http://schemas.openxmlformats.org/drawingml/2006/main">
              <a:ext uri="{FF2B5EF4-FFF2-40B4-BE49-F238E27FC236}">
                <a16:creationId xmlns:a16="http://schemas.microsoft.com/office/drawing/2014/main" id="{4FF46C14-4126-4286-BD9C-1718F26A423F}"/>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F714A93D-86A3-4B37-BC6F-75ABC3CA1540}"/>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921309AE-1BA8-4BBF-849A-C5B4A39CC0D2}"/>
              </a:ext>
            </a:extLst>
          </p:cNvPr>
          <p:cNvSpPr>
            <a:spLocks xmlns:a="http://schemas.openxmlformats.org/drawingml/2006/main" noGrp="1"/>
          </p:cNvSpPr>
          <p:nvPr/>
        </p:nvSpPr>
        <p:spPr>
          <a:xfrm xmlns:a="http://schemas.openxmlformats.org/drawingml/2006/main">
            <a:off x="666750" y="1666875"/>
            <a:ext cx="114300" cy="7239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BC28B67-CA7C-4D55-94F3-14B85F59C8B6}"/>
              </a:ext>
            </a:extLst>
          </p:cNvPr>
          <p:cNvSpPr>
            <a:spLocks xmlns:a="http://schemas.openxmlformats.org/drawingml/2006/main" noGrp="1"/>
          </p:cNvSpPr>
          <p:nvPr/>
        </p:nvSpPr>
        <p:spPr>
          <a:xfrm xmlns:a="http://schemas.openxmlformats.org/drawingml/2006/main">
            <a:off x="1000125" y="1666875"/>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01  Student Performance Overview</a:t>
            </a:r>
          </a:p>
        </p:txBody>
      </p:sp>
      <p:sp>
        <p:nvSpPr>
          <p:cNvPr id="7" name="">
            <a:extLst xmlns:a="http://schemas.openxmlformats.org/drawingml/2006/main">
              <a:ext uri="{FF2B5EF4-FFF2-40B4-BE49-F238E27FC236}">
                <a16:creationId xmlns:a16="http://schemas.microsoft.com/office/drawing/2014/main" id="{15F99127-F5C6-4220-B99A-DF50D60AE29C}"/>
              </a:ext>
            </a:extLst>
          </p:cNvPr>
          <p:cNvSpPr>
            <a:spLocks xmlns:a="http://schemas.openxmlformats.org/drawingml/2006/main" noGrp="1"/>
          </p:cNvSpPr>
          <p:nvPr/>
        </p:nvSpPr>
        <p:spPr>
          <a:xfrm xmlns:a="http://schemas.openxmlformats.org/drawingml/2006/main">
            <a:off x="1000125" y="2114550"/>
            <a:ext cx="1009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KPIs, pass/fail counts and grade bands</a:t>
            </a:r>
          </a:p>
        </p:txBody>
      </p:sp>
      <p:sp>
        <p:nvSpPr>
          <p:cNvPr id="8" name="">
            <a:extLst xmlns:a="http://schemas.openxmlformats.org/drawingml/2006/main">
              <a:ext uri="{FF2B5EF4-FFF2-40B4-BE49-F238E27FC236}">
                <a16:creationId xmlns:a16="http://schemas.microsoft.com/office/drawing/2014/main" id="{4EB92F52-B285-4E3D-81C9-F59EE5AFDB6C}"/>
              </a:ext>
            </a:extLst>
          </p:cNvPr>
          <p:cNvSpPr>
            <a:spLocks xmlns:a="http://schemas.openxmlformats.org/drawingml/2006/main" noGrp="1"/>
          </p:cNvSpPr>
          <p:nvPr/>
        </p:nvSpPr>
        <p:spPr>
          <a:xfrm xmlns:a="http://schemas.openxmlformats.org/drawingml/2006/main">
            <a:off x="666750" y="2714625"/>
            <a:ext cx="114300" cy="723900"/>
          </a:xfrm>
          <a:prstGeom xmlns:a="http://schemas.openxmlformats.org/drawingml/2006/main" prst="rect">
            <a:avLst/>
          </a:prstGeom>
          <a:solidFill xmlns:a="http://schemas.openxmlformats.org/drawingml/2006/main">
            <a:srgbClr val="3184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35E7FED-E21A-4D88-A086-34C58D2173FA}"/>
              </a:ext>
            </a:extLst>
          </p:cNvPr>
          <p:cNvSpPr>
            <a:spLocks xmlns:a="http://schemas.openxmlformats.org/drawingml/2006/main" noGrp="1"/>
          </p:cNvSpPr>
          <p:nvPr/>
        </p:nvSpPr>
        <p:spPr>
          <a:xfrm xmlns:a="http://schemas.openxmlformats.org/drawingml/2006/main">
            <a:off x="1000125" y="2714625"/>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02  Attendance and Academic Performance</a:t>
            </a:r>
          </a:p>
        </p:txBody>
      </p:sp>
      <p:sp>
        <p:nvSpPr>
          <p:cNvPr id="10" name="">
            <a:extLst xmlns:a="http://schemas.openxmlformats.org/drawingml/2006/main">
              <a:ext uri="{FF2B5EF4-FFF2-40B4-BE49-F238E27FC236}">
                <a16:creationId xmlns:a16="http://schemas.microsoft.com/office/drawing/2014/main" id="{B6C13940-CEA5-4457-AC62-36FDC01ACCAF}"/>
              </a:ext>
            </a:extLst>
          </p:cNvPr>
          <p:cNvSpPr>
            <a:spLocks xmlns:a="http://schemas.openxmlformats.org/drawingml/2006/main" noGrp="1"/>
          </p:cNvSpPr>
          <p:nvPr/>
        </p:nvSpPr>
        <p:spPr>
          <a:xfrm xmlns:a="http://schemas.openxmlformats.org/drawingml/2006/main">
            <a:off x="1000125" y="3162300"/>
            <a:ext cx="1009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Absence scatter, study time and correlations</a:t>
            </a:r>
          </a:p>
        </p:txBody>
      </p:sp>
      <p:sp>
        <p:nvSpPr>
          <p:cNvPr id="11" name="">
            <a:extLst xmlns:a="http://schemas.openxmlformats.org/drawingml/2006/main">
              <a:ext uri="{FF2B5EF4-FFF2-40B4-BE49-F238E27FC236}">
                <a16:creationId xmlns:a16="http://schemas.microsoft.com/office/drawing/2014/main" id="{7C47C9F0-8E89-49FD-86E9-59F24D7256C6}"/>
              </a:ext>
            </a:extLst>
          </p:cNvPr>
          <p:cNvSpPr>
            <a:spLocks xmlns:a="http://schemas.openxmlformats.org/drawingml/2006/main" noGrp="1"/>
          </p:cNvSpPr>
          <p:nvPr/>
        </p:nvSpPr>
        <p:spPr>
          <a:xfrm xmlns:a="http://schemas.openxmlformats.org/drawingml/2006/main">
            <a:off x="666750" y="3762375"/>
            <a:ext cx="114300" cy="7239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FAC8BD2-6F8A-4BFB-8DEC-CE26A608728A}"/>
              </a:ext>
            </a:extLst>
          </p:cNvPr>
          <p:cNvSpPr>
            <a:spLocks xmlns:a="http://schemas.openxmlformats.org/drawingml/2006/main" noGrp="1"/>
          </p:cNvSpPr>
          <p:nvPr/>
        </p:nvSpPr>
        <p:spPr>
          <a:xfrm xmlns:a="http://schemas.openxmlformats.org/drawingml/2006/main">
            <a:off x="1000125" y="3762375"/>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03  Academic Performance Analysis</a:t>
            </a:r>
          </a:p>
        </p:txBody>
      </p:sp>
      <p:sp>
        <p:nvSpPr>
          <p:cNvPr id="13" name="">
            <a:extLst xmlns:a="http://schemas.openxmlformats.org/drawingml/2006/main">
              <a:ext uri="{FF2B5EF4-FFF2-40B4-BE49-F238E27FC236}">
                <a16:creationId xmlns:a16="http://schemas.microsoft.com/office/drawing/2014/main" id="{0033B430-92FC-4C9A-BDC6-3CEA063CCFF8}"/>
              </a:ext>
            </a:extLst>
          </p:cNvPr>
          <p:cNvSpPr>
            <a:spLocks xmlns:a="http://schemas.openxmlformats.org/drawingml/2006/main" noGrp="1"/>
          </p:cNvSpPr>
          <p:nvPr/>
        </p:nvSpPr>
        <p:spPr>
          <a:xfrm xmlns:a="http://schemas.openxmlformats.org/drawingml/2006/main">
            <a:off x="1000125" y="4210050"/>
            <a:ext cx="1009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Previous grades and subject comparisons</a:t>
            </a:r>
          </a:p>
        </p:txBody>
      </p:sp>
      <p:sp>
        <p:nvSpPr>
          <p:cNvPr id="14" name="">
            <a:extLst xmlns:a="http://schemas.openxmlformats.org/drawingml/2006/main">
              <a:ext uri="{FF2B5EF4-FFF2-40B4-BE49-F238E27FC236}">
                <a16:creationId xmlns:a16="http://schemas.microsoft.com/office/drawing/2014/main" id="{FB44891A-383A-4380-8ED2-8A82FDD2BAAA}"/>
              </a:ext>
            </a:extLst>
          </p:cNvPr>
          <p:cNvSpPr>
            <a:spLocks xmlns:a="http://schemas.openxmlformats.org/drawingml/2006/main" noGrp="1"/>
          </p:cNvSpPr>
          <p:nvPr/>
        </p:nvSpPr>
        <p:spPr>
          <a:xfrm xmlns:a="http://schemas.openxmlformats.org/drawingml/2006/main">
            <a:off x="666750" y="4810125"/>
            <a:ext cx="114300" cy="723900"/>
          </a:xfrm>
          <a:prstGeom xmlns:a="http://schemas.openxmlformats.org/drawingml/2006/main" prst="rect">
            <a:avLst/>
          </a:prstGeom>
          <a:solidFill xmlns:a="http://schemas.openxmlformats.org/drawingml/2006/main">
            <a:srgbClr val="3184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D01368B-C4D0-4CEB-91AA-5399651A3FC5}"/>
              </a:ext>
            </a:extLst>
          </p:cNvPr>
          <p:cNvSpPr>
            <a:spLocks xmlns:a="http://schemas.openxmlformats.org/drawingml/2006/main" noGrp="1"/>
          </p:cNvSpPr>
          <p:nvPr/>
        </p:nvSpPr>
        <p:spPr>
          <a:xfrm xmlns:a="http://schemas.openxmlformats.org/drawingml/2006/main">
            <a:off x="1000125" y="4810125"/>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04  Student Data Explorer</a:t>
            </a:r>
          </a:p>
        </p:txBody>
      </p:sp>
      <p:sp>
        <p:nvSpPr>
          <p:cNvPr id="16" name="">
            <a:extLst xmlns:a="http://schemas.openxmlformats.org/drawingml/2006/main">
              <a:ext uri="{FF2B5EF4-FFF2-40B4-BE49-F238E27FC236}">
                <a16:creationId xmlns:a16="http://schemas.microsoft.com/office/drawing/2014/main" id="{E0F298EE-D745-4013-B752-612D8FB432F4}"/>
              </a:ext>
            </a:extLst>
          </p:cNvPr>
          <p:cNvSpPr>
            <a:spLocks xmlns:a="http://schemas.openxmlformats.org/drawingml/2006/main" noGrp="1"/>
          </p:cNvSpPr>
          <p:nvPr/>
        </p:nvSpPr>
        <p:spPr>
          <a:xfrm xmlns:a="http://schemas.openxmlformats.org/drawingml/2006/main">
            <a:off x="1000125" y="5257800"/>
            <a:ext cx="1009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Search, sort, record details and drill-down</a:t>
            </a:r>
          </a:p>
        </p:txBody>
      </p:sp>
    </p:spTree>
    <p:extLst>
      <p:ext uri="{BB962C8B-B14F-4D97-AF65-F5344CB8AC3E}">
        <p14:creationId xmlns:p14="http://schemas.microsoft.com/office/powerpoint/2010/main" val="12147690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A1E588-A383-4DD7-A33A-32FDB416FC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75665C-94ED-4573-857E-DC9CF84B8C4C}"/>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Power BI implementation and status</a:t>
            </a:r>
          </a:p>
        </p:txBody>
      </p:sp>
      <p:sp>
        <p:nvSpPr>
          <p:cNvPr id="3" name="">
            <a:extLst xmlns:a="http://schemas.openxmlformats.org/drawingml/2006/main">
              <a:ext uri="{FF2B5EF4-FFF2-40B4-BE49-F238E27FC236}">
                <a16:creationId xmlns:a16="http://schemas.microsoft.com/office/drawing/2014/main" id="{77B33054-2F87-4D7B-97C9-D4697152AF16}"/>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2EA34A70-310A-45E0-A6C0-02ECFA6AAD70}"/>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573FE8F7-2CFB-416C-AB6A-545133445927}"/>
              </a:ext>
            </a:extLst>
          </p:cNvPr>
          <p:cNvSpPr>
            <a:spLocks xmlns:a="http://schemas.openxmlformats.org/drawingml/2006/main" noGrp="1"/>
          </p:cNvSpPr>
          <p:nvPr/>
        </p:nvSpPr>
        <p:spPr>
          <a:xfrm xmlns:a="http://schemas.openxmlformats.org/drawingml/2006/main">
            <a:off x="666750" y="17145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Included: Power Query M, DAX measures, theme and four-page blueprint.</a:t>
            </a:r>
          </a:p>
        </p:txBody>
      </p:sp>
      <p:sp>
        <p:nvSpPr>
          <p:cNvPr id="6" name="">
            <a:extLst xmlns:a="http://schemas.openxmlformats.org/drawingml/2006/main">
              <a:ext uri="{FF2B5EF4-FFF2-40B4-BE49-F238E27FC236}">
                <a16:creationId xmlns:a16="http://schemas.microsoft.com/office/drawing/2014/main" id="{636A5E64-158C-4FB4-A765-649EC87DB481}"/>
              </a:ext>
            </a:extLst>
          </p:cNvPr>
          <p:cNvSpPr>
            <a:spLocks xmlns:a="http://schemas.openxmlformats.org/drawingml/2006/main" noGrp="1"/>
          </p:cNvSpPr>
          <p:nvPr/>
        </p:nvSpPr>
        <p:spPr>
          <a:xfrm xmlns:a="http://schemas.openxmlformats.org/drawingml/2006/main">
            <a:off x="666750" y="27432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Model: Students course records plus a disconnected SubjectAxis table.</a:t>
            </a:r>
          </a:p>
        </p:txBody>
      </p:sp>
      <p:sp>
        <p:nvSpPr>
          <p:cNvPr id="7" name="">
            <a:extLst xmlns:a="http://schemas.openxmlformats.org/drawingml/2006/main">
              <a:ext uri="{FF2B5EF4-FFF2-40B4-BE49-F238E27FC236}">
                <a16:creationId xmlns:a16="http://schemas.microsoft.com/office/drawing/2014/main" id="{09DAB75C-1F14-499E-9292-CA96E9F28250}"/>
              </a:ext>
            </a:extLst>
          </p:cNvPr>
          <p:cNvSpPr>
            <a:spLocks xmlns:a="http://schemas.openxmlformats.org/drawingml/2006/main" noGrp="1"/>
          </p:cNvSpPr>
          <p:nvPr/>
        </p:nvSpPr>
        <p:spPr>
          <a:xfrm xmlns:a="http://schemas.openxmlformats.org/drawingml/2006/main">
            <a:off x="666750" y="37719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Slicers, tooltips, category sort order and matrix drill-down are specified.</a:t>
            </a:r>
          </a:p>
        </p:txBody>
      </p:sp>
      <p:sp>
        <p:nvSpPr>
          <p:cNvPr id="8" name="">
            <a:extLst xmlns:a="http://schemas.openxmlformats.org/drawingml/2006/main">
              <a:ext uri="{FF2B5EF4-FFF2-40B4-BE49-F238E27FC236}">
                <a16:creationId xmlns:a16="http://schemas.microsoft.com/office/drawing/2014/main" id="{F9F14FFB-EF2E-4739-9B78-86B5D285B738}"/>
              </a:ext>
            </a:extLst>
          </p:cNvPr>
          <p:cNvSpPr>
            <a:spLocks xmlns:a="http://schemas.openxmlformats.org/drawingml/2006/main" noGrp="1"/>
          </p:cNvSpPr>
          <p:nvPr/>
        </p:nvSpPr>
        <p:spPr>
          <a:xfrm xmlns:a="http://schemas.openxmlformats.org/drawingml/2006/main">
            <a:off x="666750" y="4800600"/>
            <a:ext cx="10572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Native PBIX/PBIP and Microsoft-engine execution remain unverified.</a:t>
            </a:r>
          </a:p>
        </p:txBody>
      </p:sp>
    </p:spTree>
    <p:extLst>
      <p:ext uri="{BB962C8B-B14F-4D97-AF65-F5344CB8AC3E}">
        <p14:creationId xmlns:p14="http://schemas.microsoft.com/office/powerpoint/2010/main" val="11548825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CFC22E-D973-4720-8235-E9A37808B61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7D4649-ACB6-4777-A4B2-64C7E78FE917}"/>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Pass and fail distribution</a:t>
            </a:r>
          </a:p>
        </p:txBody>
      </p:sp>
      <p:sp>
        <p:nvSpPr>
          <p:cNvPr id="3" name="">
            <a:extLst xmlns:a="http://schemas.openxmlformats.org/drawingml/2006/main">
              <a:ext uri="{FF2B5EF4-FFF2-40B4-BE49-F238E27FC236}">
                <a16:creationId xmlns:a16="http://schemas.microsoft.com/office/drawing/2014/main" id="{00CE2B53-1F21-410E-A07D-4A3E98FE087B}"/>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F95FE57D-2F36-4CF7-AD23-4389EAF1764F}"/>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08</a:t>
            </a:r>
          </a:p>
        </p:txBody>
      </p:sp>
      <p:graphicFrame>
        <p:nvGraphicFramePr>
          <p:cNvPr id="5" name="Chart">
            <a:extLst xmlns:a="http://schemas.openxmlformats.org/drawingml/2006/main">
              <a:ext uri="{FF2B5EF4-FFF2-40B4-BE49-F238E27FC236}">
                <a16:creationId xmlns:a16="http://schemas.microsoft.com/office/drawing/2014/main" id="{26E84CFC-990E-4054-AF94-12336F735D99}"/>
              </a:ext>
            </a:extLst>
          </p:cNvPr>
          <p:cNvGraphicFramePr/>
          <p:nvPr/>
        </p:nvGraphicFramePr>
        <p:xfrm>
          <a:off xmlns:a="http://schemas.openxmlformats.org/drawingml/2006/main" x="61912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d01c1bd8e5ac4128"/>
          </a:graphicData>
        </a:graphic>
      </p:graphicFrame>
      <p:sp>
        <p:nvSpPr>
          <p:cNvPr id="6" name="">
            <a:extLst xmlns:a="http://schemas.openxmlformats.org/drawingml/2006/main">
              <a:ext uri="{FF2B5EF4-FFF2-40B4-BE49-F238E27FC236}">
                <a16:creationId xmlns:a16="http://schemas.microsoft.com/office/drawing/2014/main" id="{EBB1704B-D629-4B4A-9F6A-29A84E711D48}"/>
              </a:ext>
            </a:extLst>
          </p:cNvPr>
          <p:cNvSpPr>
            <a:spLocks xmlns:a="http://schemas.openxmlformats.org/drawingml/2006/main" noGrp="1"/>
          </p:cNvSpPr>
          <p:nvPr/>
        </p:nvSpPr>
        <p:spPr>
          <a:xfrm xmlns:a="http://schemas.openxmlformats.org/drawingml/2006/main">
            <a:off x="8477250" y="17621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7455D8"/>
                </a:solidFill>
                <a:latin typeface="DejaVu Sans"/>
                <a:ea typeface="DejaVu Sans"/>
                <a:cs typeface="DejaVu Sans"/>
              </a:defRPr>
            </a:defPPr>
            <a:lvl1pPr>
              <a:defRPr sz="3900" b="1">
                <a:solidFill>
                  <a:srgbClr val="7455D8"/>
                </a:solidFill>
                <a:latin typeface="DejaVu Sans"/>
                <a:ea typeface="DejaVu Sans"/>
                <a:cs typeface="DejaVu Sans"/>
              </a:defRPr>
            </a:lvl1pPr>
            <a:lvl2pPr>
              <a:defRPr sz="3900" b="1">
                <a:solidFill>
                  <a:srgbClr val="7455D8"/>
                </a:solidFill>
                <a:latin typeface="DejaVu Sans"/>
                <a:ea typeface="DejaVu Sans"/>
                <a:cs typeface="DejaVu Sans"/>
              </a:defRPr>
            </a:lvl2pPr>
            <a:lvl3pPr>
              <a:defRPr sz="3900" b="1">
                <a:solidFill>
                  <a:srgbClr val="7455D8"/>
                </a:solidFill>
                <a:latin typeface="DejaVu Sans"/>
                <a:ea typeface="DejaVu Sans"/>
                <a:cs typeface="DejaVu Sans"/>
              </a:defRPr>
            </a:lvl3pPr>
            <a:lvl4pPr>
              <a:defRPr sz="3900" b="1">
                <a:solidFill>
                  <a:srgbClr val="7455D8"/>
                </a:solidFill>
                <a:latin typeface="DejaVu Sans"/>
                <a:ea typeface="DejaVu Sans"/>
                <a:cs typeface="DejaVu Sans"/>
              </a:defRPr>
            </a:lvl4pPr>
            <a:lvl5pPr>
              <a:defRPr sz="3900" b="1">
                <a:solidFill>
                  <a:srgbClr val="7455D8"/>
                </a:solidFill>
                <a:latin typeface="DejaVu Sans"/>
                <a:ea typeface="DejaVu Sans"/>
                <a:cs typeface="DejaVu Sans"/>
              </a:defRPr>
            </a:lvl5pPr>
            <a:lvl6pPr>
              <a:defRPr sz="3900" b="1">
                <a:solidFill>
                  <a:srgbClr val="7455D8"/>
                </a:solidFill>
                <a:latin typeface="DejaVu Sans"/>
                <a:ea typeface="DejaVu Sans"/>
                <a:cs typeface="DejaVu Sans"/>
              </a:defRPr>
            </a:lvl6pPr>
            <a:lvl7pPr>
              <a:defRPr sz="3900" b="1">
                <a:solidFill>
                  <a:srgbClr val="7455D8"/>
                </a:solidFill>
                <a:latin typeface="DejaVu Sans"/>
                <a:ea typeface="DejaVu Sans"/>
                <a:cs typeface="DejaVu Sans"/>
              </a:defRPr>
            </a:lvl7pPr>
            <a:lvl8pPr>
              <a:defRPr sz="3900" b="1">
                <a:solidFill>
                  <a:srgbClr val="7455D8"/>
                </a:solidFill>
                <a:latin typeface="DejaVu Sans"/>
                <a:ea typeface="DejaVu Sans"/>
                <a:cs typeface="DejaVu Sans"/>
              </a:defRPr>
            </a:lvl8pPr>
            <a:lvl9pPr>
              <a:defRPr sz="3900" b="1">
                <a:solidFill>
                  <a:srgbClr val="7455D8"/>
                </a:solidFill>
                <a:latin typeface="DejaVu Sans"/>
                <a:ea typeface="DejaVu Sans"/>
                <a:cs typeface="DejaVu Sans"/>
              </a:defRPr>
            </a:lvl9pPr>
          </a:lstStyle>
          <a:p xmlns:a="http://schemas.openxmlformats.org/drawingml/2006/main">
            <a:pPr>
              <a:defRPr sz="3900" b="1">
                <a:solidFill>
                  <a:srgbClr val="7455D8"/>
                </a:solidFill>
                <a:latin typeface="DejaVu Sans"/>
                <a:ea typeface="DejaVu Sans"/>
                <a:cs typeface="DejaVu Sans"/>
              </a:defRPr>
            </a:pPr>
            <a:r>
              <a:rPr sz="3900" b="1">
                <a:solidFill>
                  <a:srgbClr val="7455D8"/>
                </a:solidFill>
                <a:latin typeface="DejaVu Sans"/>
                <a:ea typeface="DejaVu Sans"/>
                <a:cs typeface="DejaVu Sans"/>
              </a:rPr>
              <a:t>67.09%</a:t>
            </a:r>
          </a:p>
        </p:txBody>
      </p:sp>
      <p:sp>
        <p:nvSpPr>
          <p:cNvPr id="7" name="">
            <a:extLst xmlns:a="http://schemas.openxmlformats.org/drawingml/2006/main">
              <a:ext uri="{FF2B5EF4-FFF2-40B4-BE49-F238E27FC236}">
                <a16:creationId xmlns:a16="http://schemas.microsoft.com/office/drawing/2014/main" id="{40671F0C-37C6-4475-A164-B3A14853409A}"/>
              </a:ext>
            </a:extLst>
          </p:cNvPr>
          <p:cNvSpPr>
            <a:spLocks xmlns:a="http://schemas.openxmlformats.org/drawingml/2006/main" noGrp="1"/>
          </p:cNvSpPr>
          <p:nvPr/>
        </p:nvSpPr>
        <p:spPr>
          <a:xfrm xmlns:a="http://schemas.openxmlformats.org/drawingml/2006/main">
            <a:off x="8477250" y="2714625"/>
            <a:ext cx="2952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02842"/>
                </a:solidFill>
                <a:latin typeface="DejaVu Sans"/>
                <a:ea typeface="DejaVu Sans"/>
                <a:cs typeface="DejaVu Sans"/>
              </a:defRPr>
            </a:defPPr>
            <a:lvl1pPr>
              <a:defRPr sz="1725" b="1">
                <a:solidFill>
                  <a:srgbClr val="202842"/>
                </a:solidFill>
                <a:latin typeface="DejaVu Sans"/>
                <a:ea typeface="DejaVu Sans"/>
                <a:cs typeface="DejaVu Sans"/>
              </a:defRPr>
            </a:lvl1pPr>
            <a:lvl2pPr>
              <a:defRPr sz="1725" b="1">
                <a:solidFill>
                  <a:srgbClr val="202842"/>
                </a:solidFill>
                <a:latin typeface="DejaVu Sans"/>
                <a:ea typeface="DejaVu Sans"/>
                <a:cs typeface="DejaVu Sans"/>
              </a:defRPr>
            </a:lvl2pPr>
            <a:lvl3pPr>
              <a:defRPr sz="1725" b="1">
                <a:solidFill>
                  <a:srgbClr val="202842"/>
                </a:solidFill>
                <a:latin typeface="DejaVu Sans"/>
                <a:ea typeface="DejaVu Sans"/>
                <a:cs typeface="DejaVu Sans"/>
              </a:defRPr>
            </a:lvl3pPr>
            <a:lvl4pPr>
              <a:defRPr sz="1725" b="1">
                <a:solidFill>
                  <a:srgbClr val="202842"/>
                </a:solidFill>
                <a:latin typeface="DejaVu Sans"/>
                <a:ea typeface="DejaVu Sans"/>
                <a:cs typeface="DejaVu Sans"/>
              </a:defRPr>
            </a:lvl4pPr>
            <a:lvl5pPr>
              <a:defRPr sz="1725" b="1">
                <a:solidFill>
                  <a:srgbClr val="202842"/>
                </a:solidFill>
                <a:latin typeface="DejaVu Sans"/>
                <a:ea typeface="DejaVu Sans"/>
                <a:cs typeface="DejaVu Sans"/>
              </a:defRPr>
            </a:lvl5pPr>
            <a:lvl6pPr>
              <a:defRPr sz="1725" b="1">
                <a:solidFill>
                  <a:srgbClr val="202842"/>
                </a:solidFill>
                <a:latin typeface="DejaVu Sans"/>
                <a:ea typeface="DejaVu Sans"/>
                <a:cs typeface="DejaVu Sans"/>
              </a:defRPr>
            </a:lvl6pPr>
            <a:lvl7pPr>
              <a:defRPr sz="1725" b="1">
                <a:solidFill>
                  <a:srgbClr val="202842"/>
                </a:solidFill>
                <a:latin typeface="DejaVu Sans"/>
                <a:ea typeface="DejaVu Sans"/>
                <a:cs typeface="DejaVu Sans"/>
              </a:defRPr>
            </a:lvl7pPr>
            <a:lvl8pPr>
              <a:defRPr sz="1725" b="1">
                <a:solidFill>
                  <a:srgbClr val="202842"/>
                </a:solidFill>
                <a:latin typeface="DejaVu Sans"/>
                <a:ea typeface="DejaVu Sans"/>
                <a:cs typeface="DejaVu Sans"/>
              </a:defRPr>
            </a:lvl8pPr>
            <a:lvl9pPr>
              <a:defRPr sz="1725" b="1">
                <a:solidFill>
                  <a:srgbClr val="202842"/>
                </a:solidFill>
                <a:latin typeface="DejaVu Sans"/>
                <a:ea typeface="DejaVu Sans"/>
                <a:cs typeface="DejaVu Sans"/>
              </a:defRPr>
            </a:lvl9pPr>
          </a:lstStyle>
          <a:p xmlns:a="http://schemas.openxmlformats.org/drawingml/2006/main">
            <a:pPr>
              <a:defRPr sz="1725" b="1">
                <a:solidFill>
                  <a:srgbClr val="202842"/>
                </a:solidFill>
                <a:latin typeface="DejaVu Sans"/>
                <a:ea typeface="DejaVu Sans"/>
                <a:cs typeface="DejaVu Sans"/>
              </a:defRPr>
            </a:pPr>
            <a:r>
              <a:rPr sz="1725" b="1">
                <a:solidFill>
                  <a:srgbClr val="202842"/>
                </a:solidFill>
                <a:latin typeface="DejaVu Sans"/>
                <a:ea typeface="DejaVu Sans"/>
                <a:cs typeface="DejaVu Sans"/>
              </a:rPr>
              <a:t>Mathematics pass rate</a:t>
            </a:r>
          </a:p>
        </p:txBody>
      </p:sp>
      <p:sp>
        <p:nvSpPr>
          <p:cNvPr id="8" name="">
            <a:extLst xmlns:a="http://schemas.openxmlformats.org/drawingml/2006/main">
              <a:ext uri="{FF2B5EF4-FFF2-40B4-BE49-F238E27FC236}">
                <a16:creationId xmlns:a16="http://schemas.microsoft.com/office/drawing/2014/main" id="{F614FEAD-6816-4AE8-B356-C676B6B50F74}"/>
              </a:ext>
            </a:extLst>
          </p:cNvPr>
          <p:cNvSpPr>
            <a:spLocks xmlns:a="http://schemas.openxmlformats.org/drawingml/2006/main" noGrp="1"/>
          </p:cNvSpPr>
          <p:nvPr/>
        </p:nvSpPr>
        <p:spPr>
          <a:xfrm xmlns:a="http://schemas.openxmlformats.org/drawingml/2006/main">
            <a:off x="8477250" y="3714750"/>
            <a:ext cx="29051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265 pass</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130 fail</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Threshold: G3 ≥ 10/20</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Cohort: n = 395</a:t>
            </a:r>
          </a:p>
        </p:txBody>
      </p:sp>
    </p:spTree>
    <p:extLst>
      <p:ext uri="{BB962C8B-B14F-4D97-AF65-F5344CB8AC3E}">
        <p14:creationId xmlns:p14="http://schemas.microsoft.com/office/powerpoint/2010/main" val="6501371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BE5A28-3D12-4F73-B600-9EE9155431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FFACF5-A352-4374-A4CD-60FBCF05B8A3}"/>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Final grade distribution</a:t>
            </a:r>
          </a:p>
        </p:txBody>
      </p:sp>
      <p:sp>
        <p:nvSpPr>
          <p:cNvPr id="3" name="">
            <a:extLst xmlns:a="http://schemas.openxmlformats.org/drawingml/2006/main">
              <a:ext uri="{FF2B5EF4-FFF2-40B4-BE49-F238E27FC236}">
                <a16:creationId xmlns:a16="http://schemas.microsoft.com/office/drawing/2014/main" id="{3C337D91-018D-4A8D-A4F0-13CE77D303C1}"/>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AFE5FFBB-6A44-40CA-8816-44C2D60096FB}"/>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09</a:t>
            </a:r>
          </a:p>
        </p:txBody>
      </p:sp>
      <p:graphicFrame>
        <p:nvGraphicFramePr>
          <p:cNvPr id="5" name="Chart">
            <a:extLst xmlns:a="http://schemas.openxmlformats.org/drawingml/2006/main">
              <a:ext uri="{FF2B5EF4-FFF2-40B4-BE49-F238E27FC236}">
                <a16:creationId xmlns:a16="http://schemas.microsoft.com/office/drawing/2014/main" id="{1A242F63-C9FD-491C-B6D5-2205D610E7F5}"/>
              </a:ext>
            </a:extLst>
          </p:cNvPr>
          <p:cNvGraphicFramePr/>
          <p:nvPr/>
        </p:nvGraphicFramePr>
        <p:xfrm>
          <a:off xmlns:a="http://schemas.openxmlformats.org/drawingml/2006/main" x="61912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c9a9a51065cd417b"/>
          </a:graphicData>
        </a:graphic>
      </p:graphicFrame>
      <p:sp>
        <p:nvSpPr>
          <p:cNvPr id="6" name="">
            <a:extLst xmlns:a="http://schemas.openxmlformats.org/drawingml/2006/main">
              <a:ext uri="{FF2B5EF4-FFF2-40B4-BE49-F238E27FC236}">
                <a16:creationId xmlns:a16="http://schemas.microsoft.com/office/drawing/2014/main" id="{E1FB215B-68CD-4919-9F2E-22F47511B506}"/>
              </a:ext>
            </a:extLst>
          </p:cNvPr>
          <p:cNvSpPr>
            <a:spLocks xmlns:a="http://schemas.openxmlformats.org/drawingml/2006/main" noGrp="1"/>
          </p:cNvSpPr>
          <p:nvPr/>
        </p:nvSpPr>
        <p:spPr>
          <a:xfrm xmlns:a="http://schemas.openxmlformats.org/drawingml/2006/main">
            <a:off x="8477250" y="17621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7455D8"/>
                </a:solidFill>
                <a:latin typeface="DejaVu Sans"/>
                <a:ea typeface="DejaVu Sans"/>
                <a:cs typeface="DejaVu Sans"/>
              </a:defRPr>
            </a:defPPr>
            <a:lvl1pPr>
              <a:defRPr sz="3900" b="1">
                <a:solidFill>
                  <a:srgbClr val="7455D8"/>
                </a:solidFill>
                <a:latin typeface="DejaVu Sans"/>
                <a:ea typeface="DejaVu Sans"/>
                <a:cs typeface="DejaVu Sans"/>
              </a:defRPr>
            </a:lvl1pPr>
            <a:lvl2pPr>
              <a:defRPr sz="3900" b="1">
                <a:solidFill>
                  <a:srgbClr val="7455D8"/>
                </a:solidFill>
                <a:latin typeface="DejaVu Sans"/>
                <a:ea typeface="DejaVu Sans"/>
                <a:cs typeface="DejaVu Sans"/>
              </a:defRPr>
            </a:lvl2pPr>
            <a:lvl3pPr>
              <a:defRPr sz="3900" b="1">
                <a:solidFill>
                  <a:srgbClr val="7455D8"/>
                </a:solidFill>
                <a:latin typeface="DejaVu Sans"/>
                <a:ea typeface="DejaVu Sans"/>
                <a:cs typeface="DejaVu Sans"/>
              </a:defRPr>
            </a:lvl3pPr>
            <a:lvl4pPr>
              <a:defRPr sz="3900" b="1">
                <a:solidFill>
                  <a:srgbClr val="7455D8"/>
                </a:solidFill>
                <a:latin typeface="DejaVu Sans"/>
                <a:ea typeface="DejaVu Sans"/>
                <a:cs typeface="DejaVu Sans"/>
              </a:defRPr>
            </a:lvl4pPr>
            <a:lvl5pPr>
              <a:defRPr sz="3900" b="1">
                <a:solidFill>
                  <a:srgbClr val="7455D8"/>
                </a:solidFill>
                <a:latin typeface="DejaVu Sans"/>
                <a:ea typeface="DejaVu Sans"/>
                <a:cs typeface="DejaVu Sans"/>
              </a:defRPr>
            </a:lvl5pPr>
            <a:lvl6pPr>
              <a:defRPr sz="3900" b="1">
                <a:solidFill>
                  <a:srgbClr val="7455D8"/>
                </a:solidFill>
                <a:latin typeface="DejaVu Sans"/>
                <a:ea typeface="DejaVu Sans"/>
                <a:cs typeface="DejaVu Sans"/>
              </a:defRPr>
            </a:lvl6pPr>
            <a:lvl7pPr>
              <a:defRPr sz="3900" b="1">
                <a:solidFill>
                  <a:srgbClr val="7455D8"/>
                </a:solidFill>
                <a:latin typeface="DejaVu Sans"/>
                <a:ea typeface="DejaVu Sans"/>
                <a:cs typeface="DejaVu Sans"/>
              </a:defRPr>
            </a:lvl7pPr>
            <a:lvl8pPr>
              <a:defRPr sz="3900" b="1">
                <a:solidFill>
                  <a:srgbClr val="7455D8"/>
                </a:solidFill>
                <a:latin typeface="DejaVu Sans"/>
                <a:ea typeface="DejaVu Sans"/>
                <a:cs typeface="DejaVu Sans"/>
              </a:defRPr>
            </a:lvl8pPr>
            <a:lvl9pPr>
              <a:defRPr sz="3900" b="1">
                <a:solidFill>
                  <a:srgbClr val="7455D8"/>
                </a:solidFill>
                <a:latin typeface="DejaVu Sans"/>
                <a:ea typeface="DejaVu Sans"/>
                <a:cs typeface="DejaVu Sans"/>
              </a:defRPr>
            </a:lvl9pPr>
          </a:lstStyle>
          <a:p xmlns:a="http://schemas.openxmlformats.org/drawingml/2006/main">
            <a:pPr>
              <a:defRPr sz="3900" b="1">
                <a:solidFill>
                  <a:srgbClr val="7455D8"/>
                </a:solidFill>
                <a:latin typeface="DejaVu Sans"/>
                <a:ea typeface="DejaVu Sans"/>
                <a:cs typeface="DejaVu Sans"/>
              </a:defRPr>
            </a:pPr>
            <a:r>
              <a:rPr sz="3900" b="1">
                <a:solidFill>
                  <a:srgbClr val="7455D8"/>
                </a:solidFill>
                <a:latin typeface="DejaVu Sans"/>
                <a:ea typeface="DejaVu Sans"/>
                <a:cs typeface="DejaVu Sans"/>
              </a:rPr>
              <a:t>10.42</a:t>
            </a:r>
          </a:p>
        </p:txBody>
      </p:sp>
      <p:sp>
        <p:nvSpPr>
          <p:cNvPr id="7" name="">
            <a:extLst xmlns:a="http://schemas.openxmlformats.org/drawingml/2006/main">
              <a:ext uri="{FF2B5EF4-FFF2-40B4-BE49-F238E27FC236}">
                <a16:creationId xmlns:a16="http://schemas.microsoft.com/office/drawing/2014/main" id="{1E95CADE-1353-4278-B366-5F758B273C61}"/>
              </a:ext>
            </a:extLst>
          </p:cNvPr>
          <p:cNvSpPr>
            <a:spLocks xmlns:a="http://schemas.openxmlformats.org/drawingml/2006/main" noGrp="1"/>
          </p:cNvSpPr>
          <p:nvPr/>
        </p:nvSpPr>
        <p:spPr>
          <a:xfrm xmlns:a="http://schemas.openxmlformats.org/drawingml/2006/main">
            <a:off x="8477250" y="2714625"/>
            <a:ext cx="2952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02842"/>
                </a:solidFill>
                <a:latin typeface="DejaVu Sans"/>
                <a:ea typeface="DejaVu Sans"/>
                <a:cs typeface="DejaVu Sans"/>
              </a:defRPr>
            </a:defPPr>
            <a:lvl1pPr>
              <a:defRPr sz="1725" b="1">
                <a:solidFill>
                  <a:srgbClr val="202842"/>
                </a:solidFill>
                <a:latin typeface="DejaVu Sans"/>
                <a:ea typeface="DejaVu Sans"/>
                <a:cs typeface="DejaVu Sans"/>
              </a:defRPr>
            </a:lvl1pPr>
            <a:lvl2pPr>
              <a:defRPr sz="1725" b="1">
                <a:solidFill>
                  <a:srgbClr val="202842"/>
                </a:solidFill>
                <a:latin typeface="DejaVu Sans"/>
                <a:ea typeface="DejaVu Sans"/>
                <a:cs typeface="DejaVu Sans"/>
              </a:defRPr>
            </a:lvl2pPr>
            <a:lvl3pPr>
              <a:defRPr sz="1725" b="1">
                <a:solidFill>
                  <a:srgbClr val="202842"/>
                </a:solidFill>
                <a:latin typeface="DejaVu Sans"/>
                <a:ea typeface="DejaVu Sans"/>
                <a:cs typeface="DejaVu Sans"/>
              </a:defRPr>
            </a:lvl3pPr>
            <a:lvl4pPr>
              <a:defRPr sz="1725" b="1">
                <a:solidFill>
                  <a:srgbClr val="202842"/>
                </a:solidFill>
                <a:latin typeface="DejaVu Sans"/>
                <a:ea typeface="DejaVu Sans"/>
                <a:cs typeface="DejaVu Sans"/>
              </a:defRPr>
            </a:lvl4pPr>
            <a:lvl5pPr>
              <a:defRPr sz="1725" b="1">
                <a:solidFill>
                  <a:srgbClr val="202842"/>
                </a:solidFill>
                <a:latin typeface="DejaVu Sans"/>
                <a:ea typeface="DejaVu Sans"/>
                <a:cs typeface="DejaVu Sans"/>
              </a:defRPr>
            </a:lvl5pPr>
            <a:lvl6pPr>
              <a:defRPr sz="1725" b="1">
                <a:solidFill>
                  <a:srgbClr val="202842"/>
                </a:solidFill>
                <a:latin typeface="DejaVu Sans"/>
                <a:ea typeface="DejaVu Sans"/>
                <a:cs typeface="DejaVu Sans"/>
              </a:defRPr>
            </a:lvl6pPr>
            <a:lvl7pPr>
              <a:defRPr sz="1725" b="1">
                <a:solidFill>
                  <a:srgbClr val="202842"/>
                </a:solidFill>
                <a:latin typeface="DejaVu Sans"/>
                <a:ea typeface="DejaVu Sans"/>
                <a:cs typeface="DejaVu Sans"/>
              </a:defRPr>
            </a:lvl7pPr>
            <a:lvl8pPr>
              <a:defRPr sz="1725" b="1">
                <a:solidFill>
                  <a:srgbClr val="202842"/>
                </a:solidFill>
                <a:latin typeface="DejaVu Sans"/>
                <a:ea typeface="DejaVu Sans"/>
                <a:cs typeface="DejaVu Sans"/>
              </a:defRPr>
            </a:lvl8pPr>
            <a:lvl9pPr>
              <a:defRPr sz="1725" b="1">
                <a:solidFill>
                  <a:srgbClr val="202842"/>
                </a:solidFill>
                <a:latin typeface="DejaVu Sans"/>
                <a:ea typeface="DejaVu Sans"/>
                <a:cs typeface="DejaVu Sans"/>
              </a:defRPr>
            </a:lvl9pPr>
          </a:lstStyle>
          <a:p xmlns:a="http://schemas.openxmlformats.org/drawingml/2006/main">
            <a:pPr>
              <a:defRPr sz="1725" b="1">
                <a:solidFill>
                  <a:srgbClr val="202842"/>
                </a:solidFill>
                <a:latin typeface="DejaVu Sans"/>
                <a:ea typeface="DejaVu Sans"/>
                <a:cs typeface="DejaVu Sans"/>
              </a:defRPr>
            </a:pPr>
            <a:r>
              <a:rPr sz="1725" b="1">
                <a:solidFill>
                  <a:srgbClr val="202842"/>
                </a:solidFill>
                <a:latin typeface="DejaVu Sans"/>
                <a:ea typeface="DejaVu Sans"/>
                <a:cs typeface="DejaVu Sans"/>
              </a:rPr>
              <a:t>Mean final grade / 20</a:t>
            </a:r>
          </a:p>
        </p:txBody>
      </p:sp>
      <p:sp>
        <p:nvSpPr>
          <p:cNvPr id="8" name="">
            <a:extLst xmlns:a="http://schemas.openxmlformats.org/drawingml/2006/main">
              <a:ext uri="{FF2B5EF4-FFF2-40B4-BE49-F238E27FC236}">
                <a16:creationId xmlns:a16="http://schemas.microsoft.com/office/drawing/2014/main" id="{446CC57F-BEDE-47C9-9349-27C37387FF53}"/>
              </a:ext>
            </a:extLst>
          </p:cNvPr>
          <p:cNvSpPr>
            <a:spLocks xmlns:a="http://schemas.openxmlformats.org/drawingml/2006/main" noGrp="1"/>
          </p:cNvSpPr>
          <p:nvPr/>
        </p:nvSpPr>
        <p:spPr>
          <a:xfrm xmlns:a="http://schemas.openxmlformats.org/drawingml/2006/main">
            <a:off x="8477250" y="3714750"/>
            <a:ext cx="29051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Median: 11</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Standard deviation: 4.58</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Valid zero grades remain in the main analysis.</a:t>
            </a:r>
          </a:p>
        </p:txBody>
      </p:sp>
    </p:spTree>
    <p:extLst>
      <p:ext uri="{BB962C8B-B14F-4D97-AF65-F5344CB8AC3E}">
        <p14:creationId xmlns:p14="http://schemas.microsoft.com/office/powerpoint/2010/main" val="17859883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ACD60B-A6D5-4F1E-9900-B64B6484EB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DCC98C-D16E-403C-8C4C-776B2F0BD7C6}"/>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Absences and final grades</a:t>
            </a:r>
          </a:p>
        </p:txBody>
      </p:sp>
      <p:sp>
        <p:nvSpPr>
          <p:cNvPr id="3" name="">
            <a:extLst xmlns:a="http://schemas.openxmlformats.org/drawingml/2006/main">
              <a:ext uri="{FF2B5EF4-FFF2-40B4-BE49-F238E27FC236}">
                <a16:creationId xmlns:a16="http://schemas.microsoft.com/office/drawing/2014/main" id="{6F853F02-91FE-4E13-958F-BAA77CB5F1D3}"/>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FD31D44E-FE89-4EC2-ADB5-DB30B4FEC5DC}"/>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10</a:t>
            </a:r>
          </a:p>
        </p:txBody>
      </p:sp>
      <p:graphicFrame>
        <p:nvGraphicFramePr>
          <p:cNvPr id="5" name="Chart">
            <a:extLst xmlns:a="http://schemas.openxmlformats.org/drawingml/2006/main">
              <a:ext uri="{FF2B5EF4-FFF2-40B4-BE49-F238E27FC236}">
                <a16:creationId xmlns:a16="http://schemas.microsoft.com/office/drawing/2014/main" id="{5C99E4C5-4D8F-4455-84CC-B0148B1BCB7A}"/>
              </a:ext>
            </a:extLst>
          </p:cNvPr>
          <p:cNvGraphicFramePr/>
          <p:nvPr/>
        </p:nvGraphicFramePr>
        <p:xfrm>
          <a:off xmlns:a="http://schemas.openxmlformats.org/drawingml/2006/main" x="61912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30b13e7ceea64f24"/>
          </a:graphicData>
        </a:graphic>
      </p:graphicFrame>
      <p:sp>
        <p:nvSpPr>
          <p:cNvPr id="6" name="">
            <a:extLst xmlns:a="http://schemas.openxmlformats.org/drawingml/2006/main">
              <a:ext uri="{FF2B5EF4-FFF2-40B4-BE49-F238E27FC236}">
                <a16:creationId xmlns:a16="http://schemas.microsoft.com/office/drawing/2014/main" id="{08D97331-A79B-4EE2-A2CC-2A70AE903FF6}"/>
              </a:ext>
            </a:extLst>
          </p:cNvPr>
          <p:cNvSpPr>
            <a:spLocks xmlns:a="http://schemas.openxmlformats.org/drawingml/2006/main" noGrp="1"/>
          </p:cNvSpPr>
          <p:nvPr/>
        </p:nvSpPr>
        <p:spPr>
          <a:xfrm xmlns:a="http://schemas.openxmlformats.org/drawingml/2006/main">
            <a:off x="8477250" y="17621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7455D8"/>
                </a:solidFill>
                <a:latin typeface="DejaVu Sans"/>
                <a:ea typeface="DejaVu Sans"/>
                <a:cs typeface="DejaVu Sans"/>
              </a:defRPr>
            </a:defPPr>
            <a:lvl1pPr>
              <a:defRPr sz="3900" b="1">
                <a:solidFill>
                  <a:srgbClr val="7455D8"/>
                </a:solidFill>
                <a:latin typeface="DejaVu Sans"/>
                <a:ea typeface="DejaVu Sans"/>
                <a:cs typeface="DejaVu Sans"/>
              </a:defRPr>
            </a:lvl1pPr>
            <a:lvl2pPr>
              <a:defRPr sz="3900" b="1">
                <a:solidFill>
                  <a:srgbClr val="7455D8"/>
                </a:solidFill>
                <a:latin typeface="DejaVu Sans"/>
                <a:ea typeface="DejaVu Sans"/>
                <a:cs typeface="DejaVu Sans"/>
              </a:defRPr>
            </a:lvl2pPr>
            <a:lvl3pPr>
              <a:defRPr sz="3900" b="1">
                <a:solidFill>
                  <a:srgbClr val="7455D8"/>
                </a:solidFill>
                <a:latin typeface="DejaVu Sans"/>
                <a:ea typeface="DejaVu Sans"/>
                <a:cs typeface="DejaVu Sans"/>
              </a:defRPr>
            </a:lvl3pPr>
            <a:lvl4pPr>
              <a:defRPr sz="3900" b="1">
                <a:solidFill>
                  <a:srgbClr val="7455D8"/>
                </a:solidFill>
                <a:latin typeface="DejaVu Sans"/>
                <a:ea typeface="DejaVu Sans"/>
                <a:cs typeface="DejaVu Sans"/>
              </a:defRPr>
            </a:lvl4pPr>
            <a:lvl5pPr>
              <a:defRPr sz="3900" b="1">
                <a:solidFill>
                  <a:srgbClr val="7455D8"/>
                </a:solidFill>
                <a:latin typeface="DejaVu Sans"/>
                <a:ea typeface="DejaVu Sans"/>
                <a:cs typeface="DejaVu Sans"/>
              </a:defRPr>
            </a:lvl5pPr>
            <a:lvl6pPr>
              <a:defRPr sz="3900" b="1">
                <a:solidFill>
                  <a:srgbClr val="7455D8"/>
                </a:solidFill>
                <a:latin typeface="DejaVu Sans"/>
                <a:ea typeface="DejaVu Sans"/>
                <a:cs typeface="DejaVu Sans"/>
              </a:defRPr>
            </a:lvl6pPr>
            <a:lvl7pPr>
              <a:defRPr sz="3900" b="1">
                <a:solidFill>
                  <a:srgbClr val="7455D8"/>
                </a:solidFill>
                <a:latin typeface="DejaVu Sans"/>
                <a:ea typeface="DejaVu Sans"/>
                <a:cs typeface="DejaVu Sans"/>
              </a:defRPr>
            </a:lvl7pPr>
            <a:lvl8pPr>
              <a:defRPr sz="3900" b="1">
                <a:solidFill>
                  <a:srgbClr val="7455D8"/>
                </a:solidFill>
                <a:latin typeface="DejaVu Sans"/>
                <a:ea typeface="DejaVu Sans"/>
                <a:cs typeface="DejaVu Sans"/>
              </a:defRPr>
            </a:lvl8pPr>
            <a:lvl9pPr>
              <a:defRPr sz="3900" b="1">
                <a:solidFill>
                  <a:srgbClr val="7455D8"/>
                </a:solidFill>
                <a:latin typeface="DejaVu Sans"/>
                <a:ea typeface="DejaVu Sans"/>
                <a:cs typeface="DejaVu Sans"/>
              </a:defRPr>
            </a:lvl9pPr>
          </a:lstStyle>
          <a:p xmlns:a="http://schemas.openxmlformats.org/drawingml/2006/main">
            <a:pPr>
              <a:defRPr sz="3900" b="1">
                <a:solidFill>
                  <a:srgbClr val="7455D8"/>
                </a:solidFill>
                <a:latin typeface="DejaVu Sans"/>
                <a:ea typeface="DejaVu Sans"/>
                <a:cs typeface="DejaVu Sans"/>
              </a:defRPr>
            </a:pPr>
            <a:r>
              <a:rPr sz="3900" b="1">
                <a:solidFill>
                  <a:srgbClr val="7455D8"/>
                </a:solidFill>
                <a:latin typeface="DejaVu Sans"/>
                <a:ea typeface="DejaVu Sans"/>
                <a:cs typeface="DejaVu Sans"/>
              </a:rPr>
              <a:t>r = 0.034</a:t>
            </a:r>
          </a:p>
        </p:txBody>
      </p:sp>
      <p:sp>
        <p:nvSpPr>
          <p:cNvPr id="7" name="">
            <a:extLst xmlns:a="http://schemas.openxmlformats.org/drawingml/2006/main">
              <a:ext uri="{FF2B5EF4-FFF2-40B4-BE49-F238E27FC236}">
                <a16:creationId xmlns:a16="http://schemas.microsoft.com/office/drawing/2014/main" id="{D3682C66-FC3B-4687-BCDE-36142F2E64BC}"/>
              </a:ext>
            </a:extLst>
          </p:cNvPr>
          <p:cNvSpPr>
            <a:spLocks xmlns:a="http://schemas.openxmlformats.org/drawingml/2006/main" noGrp="1"/>
          </p:cNvSpPr>
          <p:nvPr/>
        </p:nvSpPr>
        <p:spPr>
          <a:xfrm xmlns:a="http://schemas.openxmlformats.org/drawingml/2006/main">
            <a:off x="8477250" y="2714625"/>
            <a:ext cx="2952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02842"/>
                </a:solidFill>
                <a:latin typeface="DejaVu Sans"/>
                <a:ea typeface="DejaVu Sans"/>
                <a:cs typeface="DejaVu Sans"/>
              </a:defRPr>
            </a:defPPr>
            <a:lvl1pPr>
              <a:defRPr sz="1725" b="1">
                <a:solidFill>
                  <a:srgbClr val="202842"/>
                </a:solidFill>
                <a:latin typeface="DejaVu Sans"/>
                <a:ea typeface="DejaVu Sans"/>
                <a:cs typeface="DejaVu Sans"/>
              </a:defRPr>
            </a:lvl1pPr>
            <a:lvl2pPr>
              <a:defRPr sz="1725" b="1">
                <a:solidFill>
                  <a:srgbClr val="202842"/>
                </a:solidFill>
                <a:latin typeface="DejaVu Sans"/>
                <a:ea typeface="DejaVu Sans"/>
                <a:cs typeface="DejaVu Sans"/>
              </a:defRPr>
            </a:lvl2pPr>
            <a:lvl3pPr>
              <a:defRPr sz="1725" b="1">
                <a:solidFill>
                  <a:srgbClr val="202842"/>
                </a:solidFill>
                <a:latin typeface="DejaVu Sans"/>
                <a:ea typeface="DejaVu Sans"/>
                <a:cs typeface="DejaVu Sans"/>
              </a:defRPr>
            </a:lvl3pPr>
            <a:lvl4pPr>
              <a:defRPr sz="1725" b="1">
                <a:solidFill>
                  <a:srgbClr val="202842"/>
                </a:solidFill>
                <a:latin typeface="DejaVu Sans"/>
                <a:ea typeface="DejaVu Sans"/>
                <a:cs typeface="DejaVu Sans"/>
              </a:defRPr>
            </a:lvl4pPr>
            <a:lvl5pPr>
              <a:defRPr sz="1725" b="1">
                <a:solidFill>
                  <a:srgbClr val="202842"/>
                </a:solidFill>
                <a:latin typeface="DejaVu Sans"/>
                <a:ea typeface="DejaVu Sans"/>
                <a:cs typeface="DejaVu Sans"/>
              </a:defRPr>
            </a:lvl5pPr>
            <a:lvl6pPr>
              <a:defRPr sz="1725" b="1">
                <a:solidFill>
                  <a:srgbClr val="202842"/>
                </a:solidFill>
                <a:latin typeface="DejaVu Sans"/>
                <a:ea typeface="DejaVu Sans"/>
                <a:cs typeface="DejaVu Sans"/>
              </a:defRPr>
            </a:lvl6pPr>
            <a:lvl7pPr>
              <a:defRPr sz="1725" b="1">
                <a:solidFill>
                  <a:srgbClr val="202842"/>
                </a:solidFill>
                <a:latin typeface="DejaVu Sans"/>
                <a:ea typeface="DejaVu Sans"/>
                <a:cs typeface="DejaVu Sans"/>
              </a:defRPr>
            </a:lvl7pPr>
            <a:lvl8pPr>
              <a:defRPr sz="1725" b="1">
                <a:solidFill>
                  <a:srgbClr val="202842"/>
                </a:solidFill>
                <a:latin typeface="DejaVu Sans"/>
                <a:ea typeface="DejaVu Sans"/>
                <a:cs typeface="DejaVu Sans"/>
              </a:defRPr>
            </a:lvl8pPr>
            <a:lvl9pPr>
              <a:defRPr sz="1725" b="1">
                <a:solidFill>
                  <a:srgbClr val="202842"/>
                </a:solidFill>
                <a:latin typeface="DejaVu Sans"/>
                <a:ea typeface="DejaVu Sans"/>
                <a:cs typeface="DejaVu Sans"/>
              </a:defRPr>
            </a:lvl9pPr>
          </a:lstStyle>
          <a:p xmlns:a="http://schemas.openxmlformats.org/drawingml/2006/main">
            <a:pPr>
              <a:defRPr sz="1725" b="1">
                <a:solidFill>
                  <a:srgbClr val="202842"/>
                </a:solidFill>
                <a:latin typeface="DejaVu Sans"/>
                <a:ea typeface="DejaVu Sans"/>
                <a:cs typeface="DejaVu Sans"/>
              </a:defRPr>
            </a:pPr>
            <a:r>
              <a:rPr sz="1725" b="1">
                <a:solidFill>
                  <a:srgbClr val="202842"/>
                </a:solidFill>
                <a:latin typeface="DejaVu Sans"/>
                <a:ea typeface="DejaVu Sans"/>
                <a:cs typeface="DejaVu Sans"/>
              </a:rPr>
              <a:t>Full-cohort Pearson correlation</a:t>
            </a:r>
          </a:p>
        </p:txBody>
      </p:sp>
      <p:sp>
        <p:nvSpPr>
          <p:cNvPr id="8" name="">
            <a:extLst xmlns:a="http://schemas.openxmlformats.org/drawingml/2006/main">
              <a:ext uri="{FF2B5EF4-FFF2-40B4-BE49-F238E27FC236}">
                <a16:creationId xmlns:a16="http://schemas.microsoft.com/office/drawing/2014/main" id="{8DB81790-F710-4395-BCB2-7C6FD2D8221D}"/>
              </a:ext>
            </a:extLst>
          </p:cNvPr>
          <p:cNvSpPr>
            <a:spLocks xmlns:a="http://schemas.openxmlformats.org/drawingml/2006/main" noGrp="1"/>
          </p:cNvSpPr>
          <p:nvPr/>
        </p:nvSpPr>
        <p:spPr>
          <a:xfrm xmlns:a="http://schemas.openxmlformats.org/drawingml/2006/main">
            <a:off x="8477250" y="3714750"/>
            <a:ext cx="29051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A near-zero linear association.</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No attendance denominator is available.</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Association is not causation.</a:t>
            </a:r>
          </a:p>
        </p:txBody>
      </p:sp>
    </p:spTree>
    <p:extLst>
      <p:ext uri="{BB962C8B-B14F-4D97-AF65-F5344CB8AC3E}">
        <p14:creationId xmlns:p14="http://schemas.microsoft.com/office/powerpoint/2010/main" val="11310512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717D98-3D9D-4600-AD69-F03E18FFD6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F28C42-966A-402C-9407-55446E635F62}"/>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Study time and performance</a:t>
            </a:r>
          </a:p>
        </p:txBody>
      </p:sp>
      <p:sp>
        <p:nvSpPr>
          <p:cNvPr id="3" name="">
            <a:extLst xmlns:a="http://schemas.openxmlformats.org/drawingml/2006/main">
              <a:ext uri="{FF2B5EF4-FFF2-40B4-BE49-F238E27FC236}">
                <a16:creationId xmlns:a16="http://schemas.microsoft.com/office/drawing/2014/main" id="{4E6567BA-BD18-43F1-94A5-7C37DFE6770B}"/>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C98CDF2F-3865-4885-88E3-D1D457679844}"/>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11</a:t>
            </a:r>
          </a:p>
        </p:txBody>
      </p:sp>
      <p:graphicFrame>
        <p:nvGraphicFramePr>
          <p:cNvPr id="5" name="Chart">
            <a:extLst xmlns:a="http://schemas.openxmlformats.org/drawingml/2006/main">
              <a:ext uri="{FF2B5EF4-FFF2-40B4-BE49-F238E27FC236}">
                <a16:creationId xmlns:a16="http://schemas.microsoft.com/office/drawing/2014/main" id="{59EFAFFE-5AEE-4E05-AA3C-8EC826744120}"/>
              </a:ext>
            </a:extLst>
          </p:cNvPr>
          <p:cNvGraphicFramePr/>
          <p:nvPr/>
        </p:nvGraphicFramePr>
        <p:xfrm>
          <a:off xmlns:a="http://schemas.openxmlformats.org/drawingml/2006/main" x="61912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100ab0542e50410b"/>
          </a:graphicData>
        </a:graphic>
      </p:graphicFrame>
      <p:sp>
        <p:nvSpPr>
          <p:cNvPr id="6" name="">
            <a:extLst xmlns:a="http://schemas.openxmlformats.org/drawingml/2006/main">
              <a:ext uri="{FF2B5EF4-FFF2-40B4-BE49-F238E27FC236}">
                <a16:creationId xmlns:a16="http://schemas.microsoft.com/office/drawing/2014/main" id="{1DAFD007-6221-4FCB-B088-B1F35A323BEA}"/>
              </a:ext>
            </a:extLst>
          </p:cNvPr>
          <p:cNvSpPr>
            <a:spLocks xmlns:a="http://schemas.openxmlformats.org/drawingml/2006/main" noGrp="1"/>
          </p:cNvSpPr>
          <p:nvPr/>
        </p:nvSpPr>
        <p:spPr>
          <a:xfrm xmlns:a="http://schemas.openxmlformats.org/drawingml/2006/main">
            <a:off x="8477250" y="17621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7455D8"/>
                </a:solidFill>
                <a:latin typeface="DejaVu Sans"/>
                <a:ea typeface="DejaVu Sans"/>
                <a:cs typeface="DejaVu Sans"/>
              </a:defRPr>
            </a:defPPr>
            <a:lvl1pPr>
              <a:defRPr sz="3900" b="1">
                <a:solidFill>
                  <a:srgbClr val="7455D8"/>
                </a:solidFill>
                <a:latin typeface="DejaVu Sans"/>
                <a:ea typeface="DejaVu Sans"/>
                <a:cs typeface="DejaVu Sans"/>
              </a:defRPr>
            </a:lvl1pPr>
            <a:lvl2pPr>
              <a:defRPr sz="3900" b="1">
                <a:solidFill>
                  <a:srgbClr val="7455D8"/>
                </a:solidFill>
                <a:latin typeface="DejaVu Sans"/>
                <a:ea typeface="DejaVu Sans"/>
                <a:cs typeface="DejaVu Sans"/>
              </a:defRPr>
            </a:lvl2pPr>
            <a:lvl3pPr>
              <a:defRPr sz="3900" b="1">
                <a:solidFill>
                  <a:srgbClr val="7455D8"/>
                </a:solidFill>
                <a:latin typeface="DejaVu Sans"/>
                <a:ea typeface="DejaVu Sans"/>
                <a:cs typeface="DejaVu Sans"/>
              </a:defRPr>
            </a:lvl3pPr>
            <a:lvl4pPr>
              <a:defRPr sz="3900" b="1">
                <a:solidFill>
                  <a:srgbClr val="7455D8"/>
                </a:solidFill>
                <a:latin typeface="DejaVu Sans"/>
                <a:ea typeface="DejaVu Sans"/>
                <a:cs typeface="DejaVu Sans"/>
              </a:defRPr>
            </a:lvl4pPr>
            <a:lvl5pPr>
              <a:defRPr sz="3900" b="1">
                <a:solidFill>
                  <a:srgbClr val="7455D8"/>
                </a:solidFill>
                <a:latin typeface="DejaVu Sans"/>
                <a:ea typeface="DejaVu Sans"/>
                <a:cs typeface="DejaVu Sans"/>
              </a:defRPr>
            </a:lvl5pPr>
            <a:lvl6pPr>
              <a:defRPr sz="3900" b="1">
                <a:solidFill>
                  <a:srgbClr val="7455D8"/>
                </a:solidFill>
                <a:latin typeface="DejaVu Sans"/>
                <a:ea typeface="DejaVu Sans"/>
                <a:cs typeface="DejaVu Sans"/>
              </a:defRPr>
            </a:lvl6pPr>
            <a:lvl7pPr>
              <a:defRPr sz="3900" b="1">
                <a:solidFill>
                  <a:srgbClr val="7455D8"/>
                </a:solidFill>
                <a:latin typeface="DejaVu Sans"/>
                <a:ea typeface="DejaVu Sans"/>
                <a:cs typeface="DejaVu Sans"/>
              </a:defRPr>
            </a:lvl7pPr>
            <a:lvl8pPr>
              <a:defRPr sz="3900" b="1">
                <a:solidFill>
                  <a:srgbClr val="7455D8"/>
                </a:solidFill>
                <a:latin typeface="DejaVu Sans"/>
                <a:ea typeface="DejaVu Sans"/>
                <a:cs typeface="DejaVu Sans"/>
              </a:defRPr>
            </a:lvl8pPr>
            <a:lvl9pPr>
              <a:defRPr sz="3900" b="1">
                <a:solidFill>
                  <a:srgbClr val="7455D8"/>
                </a:solidFill>
                <a:latin typeface="DejaVu Sans"/>
                <a:ea typeface="DejaVu Sans"/>
                <a:cs typeface="DejaVu Sans"/>
              </a:defRPr>
            </a:lvl9pPr>
          </a:lstStyle>
          <a:p xmlns:a="http://schemas.openxmlformats.org/drawingml/2006/main">
            <a:pPr>
              <a:defRPr sz="3900" b="1">
                <a:solidFill>
                  <a:srgbClr val="7455D8"/>
                </a:solidFill>
                <a:latin typeface="DejaVu Sans"/>
                <a:ea typeface="DejaVu Sans"/>
                <a:cs typeface="DejaVu Sans"/>
              </a:defRPr>
            </a:pPr>
            <a:r>
              <a:rPr sz="3900" b="1">
                <a:solidFill>
                  <a:srgbClr val="7455D8"/>
                </a:solidFill>
                <a:latin typeface="DejaVu Sans"/>
                <a:ea typeface="DejaVu Sans"/>
                <a:cs typeface="DejaVu Sans"/>
              </a:rPr>
              <a:t>r = 0.098</a:t>
            </a:r>
          </a:p>
        </p:txBody>
      </p:sp>
      <p:sp>
        <p:nvSpPr>
          <p:cNvPr id="7" name="">
            <a:extLst xmlns:a="http://schemas.openxmlformats.org/drawingml/2006/main">
              <a:ext uri="{FF2B5EF4-FFF2-40B4-BE49-F238E27FC236}">
                <a16:creationId xmlns:a16="http://schemas.microsoft.com/office/drawing/2014/main" id="{E7469BA5-E933-41FD-9FA9-DDD8E0D1068F}"/>
              </a:ext>
            </a:extLst>
          </p:cNvPr>
          <p:cNvSpPr>
            <a:spLocks xmlns:a="http://schemas.openxmlformats.org/drawingml/2006/main" noGrp="1"/>
          </p:cNvSpPr>
          <p:nvPr/>
        </p:nvSpPr>
        <p:spPr>
          <a:xfrm xmlns:a="http://schemas.openxmlformats.org/drawingml/2006/main">
            <a:off x="8477250" y="2714625"/>
            <a:ext cx="2952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02842"/>
                </a:solidFill>
                <a:latin typeface="DejaVu Sans"/>
                <a:ea typeface="DejaVu Sans"/>
                <a:cs typeface="DejaVu Sans"/>
              </a:defRPr>
            </a:defPPr>
            <a:lvl1pPr>
              <a:defRPr sz="1725" b="1">
                <a:solidFill>
                  <a:srgbClr val="202842"/>
                </a:solidFill>
                <a:latin typeface="DejaVu Sans"/>
                <a:ea typeface="DejaVu Sans"/>
                <a:cs typeface="DejaVu Sans"/>
              </a:defRPr>
            </a:lvl1pPr>
            <a:lvl2pPr>
              <a:defRPr sz="1725" b="1">
                <a:solidFill>
                  <a:srgbClr val="202842"/>
                </a:solidFill>
                <a:latin typeface="DejaVu Sans"/>
                <a:ea typeface="DejaVu Sans"/>
                <a:cs typeface="DejaVu Sans"/>
              </a:defRPr>
            </a:lvl2pPr>
            <a:lvl3pPr>
              <a:defRPr sz="1725" b="1">
                <a:solidFill>
                  <a:srgbClr val="202842"/>
                </a:solidFill>
                <a:latin typeface="DejaVu Sans"/>
                <a:ea typeface="DejaVu Sans"/>
                <a:cs typeface="DejaVu Sans"/>
              </a:defRPr>
            </a:lvl3pPr>
            <a:lvl4pPr>
              <a:defRPr sz="1725" b="1">
                <a:solidFill>
                  <a:srgbClr val="202842"/>
                </a:solidFill>
                <a:latin typeface="DejaVu Sans"/>
                <a:ea typeface="DejaVu Sans"/>
                <a:cs typeface="DejaVu Sans"/>
              </a:defRPr>
            </a:lvl4pPr>
            <a:lvl5pPr>
              <a:defRPr sz="1725" b="1">
                <a:solidFill>
                  <a:srgbClr val="202842"/>
                </a:solidFill>
                <a:latin typeface="DejaVu Sans"/>
                <a:ea typeface="DejaVu Sans"/>
                <a:cs typeface="DejaVu Sans"/>
              </a:defRPr>
            </a:lvl5pPr>
            <a:lvl6pPr>
              <a:defRPr sz="1725" b="1">
                <a:solidFill>
                  <a:srgbClr val="202842"/>
                </a:solidFill>
                <a:latin typeface="DejaVu Sans"/>
                <a:ea typeface="DejaVu Sans"/>
                <a:cs typeface="DejaVu Sans"/>
              </a:defRPr>
            </a:lvl6pPr>
            <a:lvl7pPr>
              <a:defRPr sz="1725" b="1">
                <a:solidFill>
                  <a:srgbClr val="202842"/>
                </a:solidFill>
                <a:latin typeface="DejaVu Sans"/>
                <a:ea typeface="DejaVu Sans"/>
                <a:cs typeface="DejaVu Sans"/>
              </a:defRPr>
            </a:lvl7pPr>
            <a:lvl8pPr>
              <a:defRPr sz="1725" b="1">
                <a:solidFill>
                  <a:srgbClr val="202842"/>
                </a:solidFill>
                <a:latin typeface="DejaVu Sans"/>
                <a:ea typeface="DejaVu Sans"/>
                <a:cs typeface="DejaVu Sans"/>
              </a:defRPr>
            </a:lvl8pPr>
            <a:lvl9pPr>
              <a:defRPr sz="1725" b="1">
                <a:solidFill>
                  <a:srgbClr val="202842"/>
                </a:solidFill>
                <a:latin typeface="DejaVu Sans"/>
                <a:ea typeface="DejaVu Sans"/>
                <a:cs typeface="DejaVu Sans"/>
              </a:defRPr>
            </a:lvl9pPr>
          </a:lstStyle>
          <a:p xmlns:a="http://schemas.openxmlformats.org/drawingml/2006/main">
            <a:pPr>
              <a:defRPr sz="1725" b="1">
                <a:solidFill>
                  <a:srgbClr val="202842"/>
                </a:solidFill>
                <a:latin typeface="DejaVu Sans"/>
                <a:ea typeface="DejaVu Sans"/>
                <a:cs typeface="DejaVu Sans"/>
              </a:defRPr>
            </a:pPr>
            <a:r>
              <a:rPr sz="1725" b="1">
                <a:solidFill>
                  <a:srgbClr val="202842"/>
                </a:solidFill>
                <a:latin typeface="DejaVu Sans"/>
                <a:ea typeface="DejaVu Sans"/>
                <a:cs typeface="DejaVu Sans"/>
              </a:rPr>
              <a:t>Studytime code vs G3</a:t>
            </a:r>
          </a:p>
        </p:txBody>
      </p:sp>
      <p:sp>
        <p:nvSpPr>
          <p:cNvPr id="8" name="">
            <a:extLst xmlns:a="http://schemas.openxmlformats.org/drawingml/2006/main">
              <a:ext uri="{FF2B5EF4-FFF2-40B4-BE49-F238E27FC236}">
                <a16:creationId xmlns:a16="http://schemas.microsoft.com/office/drawing/2014/main" id="{C1933064-F61E-4E29-81F3-10782C9E912C}"/>
              </a:ext>
            </a:extLst>
          </p:cNvPr>
          <p:cNvSpPr>
            <a:spLocks xmlns:a="http://schemas.openxmlformats.org/drawingml/2006/main" noGrp="1"/>
          </p:cNvSpPr>
          <p:nvPr/>
        </p:nvSpPr>
        <p:spPr>
          <a:xfrm xmlns:a="http://schemas.openxmlformats.org/drawingml/2006/main">
            <a:off x="8477250" y="3714750"/>
            <a:ext cx="29051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Group sizes:</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105, 198, 65, 27</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The smallest group has only 27 records.</a:t>
            </a:r>
          </a:p>
        </p:txBody>
      </p:sp>
    </p:spTree>
    <p:extLst>
      <p:ext uri="{BB962C8B-B14F-4D97-AF65-F5344CB8AC3E}">
        <p14:creationId xmlns:p14="http://schemas.microsoft.com/office/powerpoint/2010/main" val="9845857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CA63F2-53BB-4F06-8BAD-A3695683C8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1CB3605-1506-4735-9258-3766312837E0}"/>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Correlations with final grades</a:t>
            </a:r>
          </a:p>
        </p:txBody>
      </p:sp>
      <p:sp>
        <p:nvSpPr>
          <p:cNvPr id="3" name="">
            <a:extLst xmlns:a="http://schemas.openxmlformats.org/drawingml/2006/main">
              <a:ext uri="{FF2B5EF4-FFF2-40B4-BE49-F238E27FC236}">
                <a16:creationId xmlns:a16="http://schemas.microsoft.com/office/drawing/2014/main" id="{61E94FF7-A374-4C7E-AA41-AE1E3C30FB50}"/>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0539F686-FBBE-4660-9FE4-52FE8E433BA2}"/>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12</a:t>
            </a:r>
          </a:p>
        </p:txBody>
      </p:sp>
      <p:graphicFrame>
        <p:nvGraphicFramePr>
          <p:cNvPr id="5" name="Chart">
            <a:extLst xmlns:a="http://schemas.openxmlformats.org/drawingml/2006/main">
              <a:ext uri="{FF2B5EF4-FFF2-40B4-BE49-F238E27FC236}">
                <a16:creationId xmlns:a16="http://schemas.microsoft.com/office/drawing/2014/main" id="{76EA5189-FCB7-403D-B704-DAFD40AB3A1E}"/>
              </a:ext>
            </a:extLst>
          </p:cNvPr>
          <p:cNvGraphicFramePr/>
          <p:nvPr/>
        </p:nvGraphicFramePr>
        <p:xfrm>
          <a:off xmlns:a="http://schemas.openxmlformats.org/drawingml/2006/main" x="666750" y="1666875"/>
          <a:ext xmlns:a="http://schemas.openxmlformats.org/drawingml/2006/main" cx="10763250" cy="4095750"/>
        </p:xfrm>
        <a:graphic xmlns:a="http://schemas.openxmlformats.org/drawingml/2006/main">
          <a:graphicData uri="http://schemas.openxmlformats.org/drawingml/2006/chart">
            <c:chart xmlns:r="http://schemas.openxmlformats.org/officeDocument/2006/relationships" xmlns:c="http://schemas.openxmlformats.org/drawingml/2006/chart" r:id="Rd401b114443c4239"/>
          </a:graphicData>
        </a:graphic>
      </p:graphicFrame>
      <p:sp>
        <p:nvSpPr>
          <p:cNvPr id="6" name="">
            <a:extLst xmlns:a="http://schemas.openxmlformats.org/drawingml/2006/main">
              <a:ext uri="{FF2B5EF4-FFF2-40B4-BE49-F238E27FC236}">
                <a16:creationId xmlns:a16="http://schemas.microsoft.com/office/drawing/2014/main" id="{7DA0FC70-E9A8-47D8-B4C9-AE92D9489B26}"/>
              </a:ext>
            </a:extLst>
          </p:cNvPr>
          <p:cNvSpPr>
            <a:spLocks xmlns:a="http://schemas.openxmlformats.org/drawingml/2006/main" noGrp="1"/>
          </p:cNvSpPr>
          <p:nvPr/>
        </p:nvSpPr>
        <p:spPr>
          <a:xfrm xmlns:a="http://schemas.openxmlformats.org/drawingml/2006/main">
            <a:off x="666750" y="595312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647089"/>
                </a:solidFill>
                <a:latin typeface="DejaVu Sans"/>
                <a:ea typeface="DejaVu Sans"/>
                <a:cs typeface="DejaVu Sans"/>
              </a:defRPr>
            </a:defPPr>
            <a:lvl1pPr>
              <a:defRPr sz="1425" b="0">
                <a:solidFill>
                  <a:srgbClr val="647089"/>
                </a:solidFill>
                <a:latin typeface="DejaVu Sans"/>
                <a:ea typeface="DejaVu Sans"/>
                <a:cs typeface="DejaVu Sans"/>
              </a:defRPr>
            </a:lvl1pPr>
            <a:lvl2pPr>
              <a:defRPr sz="1425" b="0">
                <a:solidFill>
                  <a:srgbClr val="647089"/>
                </a:solidFill>
                <a:latin typeface="DejaVu Sans"/>
                <a:ea typeface="DejaVu Sans"/>
                <a:cs typeface="DejaVu Sans"/>
              </a:defRPr>
            </a:lvl2pPr>
            <a:lvl3pPr>
              <a:defRPr sz="1425" b="0">
                <a:solidFill>
                  <a:srgbClr val="647089"/>
                </a:solidFill>
                <a:latin typeface="DejaVu Sans"/>
                <a:ea typeface="DejaVu Sans"/>
                <a:cs typeface="DejaVu Sans"/>
              </a:defRPr>
            </a:lvl3pPr>
            <a:lvl4pPr>
              <a:defRPr sz="1425" b="0">
                <a:solidFill>
                  <a:srgbClr val="647089"/>
                </a:solidFill>
                <a:latin typeface="DejaVu Sans"/>
                <a:ea typeface="DejaVu Sans"/>
                <a:cs typeface="DejaVu Sans"/>
              </a:defRPr>
            </a:lvl4pPr>
            <a:lvl5pPr>
              <a:defRPr sz="1425" b="0">
                <a:solidFill>
                  <a:srgbClr val="647089"/>
                </a:solidFill>
                <a:latin typeface="DejaVu Sans"/>
                <a:ea typeface="DejaVu Sans"/>
                <a:cs typeface="DejaVu Sans"/>
              </a:defRPr>
            </a:lvl5pPr>
            <a:lvl6pPr>
              <a:defRPr sz="1425" b="0">
                <a:solidFill>
                  <a:srgbClr val="647089"/>
                </a:solidFill>
                <a:latin typeface="DejaVu Sans"/>
                <a:ea typeface="DejaVu Sans"/>
                <a:cs typeface="DejaVu Sans"/>
              </a:defRPr>
            </a:lvl6pPr>
            <a:lvl7pPr>
              <a:defRPr sz="1425" b="0">
                <a:solidFill>
                  <a:srgbClr val="647089"/>
                </a:solidFill>
                <a:latin typeface="DejaVu Sans"/>
                <a:ea typeface="DejaVu Sans"/>
                <a:cs typeface="DejaVu Sans"/>
              </a:defRPr>
            </a:lvl7pPr>
            <a:lvl8pPr>
              <a:defRPr sz="1425" b="0">
                <a:solidFill>
                  <a:srgbClr val="647089"/>
                </a:solidFill>
                <a:latin typeface="DejaVu Sans"/>
                <a:ea typeface="DejaVu Sans"/>
                <a:cs typeface="DejaVu Sans"/>
              </a:defRPr>
            </a:lvl8pPr>
            <a:lvl9pPr>
              <a:defRPr sz="1425" b="0">
                <a:solidFill>
                  <a:srgbClr val="647089"/>
                </a:solidFill>
                <a:latin typeface="DejaVu Sans"/>
                <a:ea typeface="DejaVu Sans"/>
                <a:cs typeface="DejaVu Sans"/>
              </a:defRPr>
            </a:lvl9pPr>
          </a:lstStyle>
          <a:p xmlns:a="http://schemas.openxmlformats.org/drawingml/2006/main">
            <a:pPr>
              <a:defRPr sz="1425" b="0">
                <a:solidFill>
                  <a:srgbClr val="647089"/>
                </a:solidFill>
                <a:latin typeface="DejaVu Sans"/>
                <a:ea typeface="DejaVu Sans"/>
                <a:cs typeface="DejaVu Sans"/>
              </a:defRPr>
            </a:pPr>
            <a:r>
              <a:rPr sz="1425" b="0">
                <a:solidFill>
                  <a:srgbClr val="647089"/>
                </a:solidFill>
                <a:latin typeface="DejaVu Sans"/>
                <a:ea typeface="DejaVu Sans"/>
                <a:cs typeface="DejaVu Sans"/>
              </a:rPr>
              <a:t>Ordinal codes require caution. Previous assessments must be available at the time of use.</a:t>
            </a:r>
          </a:p>
        </p:txBody>
      </p:sp>
    </p:spTree>
    <p:extLst>
      <p:ext uri="{BB962C8B-B14F-4D97-AF65-F5344CB8AC3E}">
        <p14:creationId xmlns:p14="http://schemas.microsoft.com/office/powerpoint/2010/main" val="8748233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7486C9-089B-4715-96AF-B0CBFE776C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A227E7-5105-46D3-87FD-E7CFF9690F4D}"/>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Previous grades and final grades</a:t>
            </a:r>
          </a:p>
        </p:txBody>
      </p:sp>
      <p:sp>
        <p:nvSpPr>
          <p:cNvPr id="3" name="">
            <a:extLst xmlns:a="http://schemas.openxmlformats.org/drawingml/2006/main">
              <a:ext uri="{FF2B5EF4-FFF2-40B4-BE49-F238E27FC236}">
                <a16:creationId xmlns:a16="http://schemas.microsoft.com/office/drawing/2014/main" id="{B61E5894-1451-4A09-80C5-D4555F12A7B5}"/>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866F8215-7D1E-4787-BD2A-90073A29E91E}"/>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13</a:t>
            </a:r>
          </a:p>
        </p:txBody>
      </p:sp>
      <p:graphicFrame>
        <p:nvGraphicFramePr>
          <p:cNvPr id="5" name="Chart">
            <a:extLst xmlns:a="http://schemas.openxmlformats.org/drawingml/2006/main">
              <a:ext uri="{FF2B5EF4-FFF2-40B4-BE49-F238E27FC236}">
                <a16:creationId xmlns:a16="http://schemas.microsoft.com/office/drawing/2014/main" id="{F089104F-80A7-4B41-A0E1-C0D0550F0DDB}"/>
              </a:ext>
            </a:extLst>
          </p:cNvPr>
          <p:cNvGraphicFramePr/>
          <p:nvPr/>
        </p:nvGraphicFramePr>
        <p:xfrm>
          <a:off xmlns:a="http://schemas.openxmlformats.org/drawingml/2006/main" x="619125" y="1762125"/>
          <a:ext xmlns:a="http://schemas.openxmlformats.org/drawingml/2006/main" cx="5238750" cy="3714750"/>
        </p:xfrm>
        <a:graphic xmlns:a="http://schemas.openxmlformats.org/drawingml/2006/main">
          <a:graphicData uri="http://schemas.openxmlformats.org/drawingml/2006/chart">
            <c:chart xmlns:r="http://schemas.openxmlformats.org/officeDocument/2006/relationships" xmlns:c="http://schemas.openxmlformats.org/drawingml/2006/chart" r:id="Rbef900a728fc48ac"/>
          </a:graphicData>
        </a:graphic>
      </p:graphicFrame>
      <p:sp>
        <p:nvSpPr>
          <p:cNvPr id="6" name="">
            <a:extLst xmlns:a="http://schemas.openxmlformats.org/drawingml/2006/main">
              <a:ext uri="{FF2B5EF4-FFF2-40B4-BE49-F238E27FC236}">
                <a16:creationId xmlns:a16="http://schemas.microsoft.com/office/drawing/2014/main" id="{5E1C3E70-4F4F-4173-A90C-3786D1F3DBA3}"/>
              </a:ext>
            </a:extLst>
          </p:cNvPr>
          <p:cNvSpPr>
            <a:spLocks xmlns:a="http://schemas.openxmlformats.org/drawingml/2006/main" noGrp="1"/>
          </p:cNvSpPr>
          <p:nvPr/>
        </p:nvSpPr>
        <p:spPr>
          <a:xfrm xmlns:a="http://schemas.openxmlformats.org/drawingml/2006/main">
            <a:off x="904875" y="56388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7455D8"/>
                </a:solidFill>
                <a:latin typeface="DejaVu Sans"/>
                <a:ea typeface="DejaVu Sans"/>
                <a:cs typeface="DejaVu Sans"/>
              </a:defRPr>
            </a:defPPr>
            <a:lvl1pPr>
              <a:defRPr sz="1875" b="1">
                <a:solidFill>
                  <a:srgbClr val="7455D8"/>
                </a:solidFill>
                <a:latin typeface="DejaVu Sans"/>
                <a:ea typeface="DejaVu Sans"/>
                <a:cs typeface="DejaVu Sans"/>
              </a:defRPr>
            </a:lvl1pPr>
            <a:lvl2pPr>
              <a:defRPr sz="1875" b="1">
                <a:solidFill>
                  <a:srgbClr val="7455D8"/>
                </a:solidFill>
                <a:latin typeface="DejaVu Sans"/>
                <a:ea typeface="DejaVu Sans"/>
                <a:cs typeface="DejaVu Sans"/>
              </a:defRPr>
            </a:lvl2pPr>
            <a:lvl3pPr>
              <a:defRPr sz="1875" b="1">
                <a:solidFill>
                  <a:srgbClr val="7455D8"/>
                </a:solidFill>
                <a:latin typeface="DejaVu Sans"/>
                <a:ea typeface="DejaVu Sans"/>
                <a:cs typeface="DejaVu Sans"/>
              </a:defRPr>
            </a:lvl3pPr>
            <a:lvl4pPr>
              <a:defRPr sz="1875" b="1">
                <a:solidFill>
                  <a:srgbClr val="7455D8"/>
                </a:solidFill>
                <a:latin typeface="DejaVu Sans"/>
                <a:ea typeface="DejaVu Sans"/>
                <a:cs typeface="DejaVu Sans"/>
              </a:defRPr>
            </a:lvl4pPr>
            <a:lvl5pPr>
              <a:defRPr sz="1875" b="1">
                <a:solidFill>
                  <a:srgbClr val="7455D8"/>
                </a:solidFill>
                <a:latin typeface="DejaVu Sans"/>
                <a:ea typeface="DejaVu Sans"/>
                <a:cs typeface="DejaVu Sans"/>
              </a:defRPr>
            </a:lvl5pPr>
            <a:lvl6pPr>
              <a:defRPr sz="1875" b="1">
                <a:solidFill>
                  <a:srgbClr val="7455D8"/>
                </a:solidFill>
                <a:latin typeface="DejaVu Sans"/>
                <a:ea typeface="DejaVu Sans"/>
                <a:cs typeface="DejaVu Sans"/>
              </a:defRPr>
            </a:lvl6pPr>
            <a:lvl7pPr>
              <a:defRPr sz="1875" b="1">
                <a:solidFill>
                  <a:srgbClr val="7455D8"/>
                </a:solidFill>
                <a:latin typeface="DejaVu Sans"/>
                <a:ea typeface="DejaVu Sans"/>
                <a:cs typeface="DejaVu Sans"/>
              </a:defRPr>
            </a:lvl7pPr>
            <a:lvl8pPr>
              <a:defRPr sz="1875" b="1">
                <a:solidFill>
                  <a:srgbClr val="7455D8"/>
                </a:solidFill>
                <a:latin typeface="DejaVu Sans"/>
                <a:ea typeface="DejaVu Sans"/>
                <a:cs typeface="DejaVu Sans"/>
              </a:defRPr>
            </a:lvl8pPr>
            <a:lvl9pPr>
              <a:defRPr sz="1875" b="1">
                <a:solidFill>
                  <a:srgbClr val="7455D8"/>
                </a:solidFill>
                <a:latin typeface="DejaVu Sans"/>
                <a:ea typeface="DejaVu Sans"/>
                <a:cs typeface="DejaVu Sans"/>
              </a:defRPr>
            </a:lvl9pPr>
          </a:lstStyle>
          <a:p xmlns:a="http://schemas.openxmlformats.org/drawingml/2006/main">
            <a:pPr>
              <a:defRPr sz="1875" b="1">
                <a:solidFill>
                  <a:srgbClr val="7455D8"/>
                </a:solidFill>
                <a:latin typeface="DejaVu Sans"/>
                <a:ea typeface="DejaVu Sans"/>
                <a:cs typeface="DejaVu Sans"/>
              </a:defRPr>
            </a:pPr>
            <a:r>
              <a:rPr sz="1875" b="1">
                <a:solidFill>
                  <a:srgbClr val="7455D8"/>
                </a:solidFill>
                <a:latin typeface="DejaVu Sans"/>
                <a:ea typeface="DejaVu Sans"/>
                <a:cs typeface="DejaVu Sans"/>
              </a:rPr>
              <a:t>G1 vs G3: r = 0.801</a:t>
            </a:r>
          </a:p>
        </p:txBody>
      </p:sp>
      <p:graphicFrame>
        <p:nvGraphicFramePr>
          <p:cNvPr id="7" name="Chart">
            <a:extLst xmlns:a="http://schemas.openxmlformats.org/drawingml/2006/main">
              <a:ext uri="{FF2B5EF4-FFF2-40B4-BE49-F238E27FC236}">
                <a16:creationId xmlns:a16="http://schemas.microsoft.com/office/drawing/2014/main" id="{D199593E-6CC8-4C05-A71F-A2DD17D1B736}"/>
              </a:ext>
            </a:extLst>
          </p:cNvPr>
          <p:cNvGraphicFramePr/>
          <p:nvPr/>
        </p:nvGraphicFramePr>
        <p:xfrm>
          <a:off xmlns:a="http://schemas.openxmlformats.org/drawingml/2006/main" x="6381750" y="1762125"/>
          <a:ext xmlns:a="http://schemas.openxmlformats.org/drawingml/2006/main" cx="5238750" cy="3714750"/>
        </p:xfrm>
        <a:graphic xmlns:a="http://schemas.openxmlformats.org/drawingml/2006/main">
          <a:graphicData uri="http://schemas.openxmlformats.org/drawingml/2006/chart">
            <c:chart xmlns:r="http://schemas.openxmlformats.org/officeDocument/2006/relationships" xmlns:c="http://schemas.openxmlformats.org/drawingml/2006/chart" r:id="R7d875f278ad545c0"/>
          </a:graphicData>
        </a:graphic>
      </p:graphicFrame>
      <p:sp>
        <p:nvSpPr>
          <p:cNvPr id="8" name="">
            <a:extLst xmlns:a="http://schemas.openxmlformats.org/drawingml/2006/main">
              <a:ext uri="{FF2B5EF4-FFF2-40B4-BE49-F238E27FC236}">
                <a16:creationId xmlns:a16="http://schemas.microsoft.com/office/drawing/2014/main" id="{E83A17B5-DE9E-4163-BBF7-2283EF241DCD}"/>
              </a:ext>
            </a:extLst>
          </p:cNvPr>
          <p:cNvSpPr>
            <a:spLocks xmlns:a="http://schemas.openxmlformats.org/drawingml/2006/main" noGrp="1"/>
          </p:cNvSpPr>
          <p:nvPr/>
        </p:nvSpPr>
        <p:spPr>
          <a:xfrm xmlns:a="http://schemas.openxmlformats.org/drawingml/2006/main">
            <a:off x="6667500" y="56388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3184E8"/>
                </a:solidFill>
                <a:latin typeface="DejaVu Sans"/>
                <a:ea typeface="DejaVu Sans"/>
                <a:cs typeface="DejaVu Sans"/>
              </a:defRPr>
            </a:defPPr>
            <a:lvl1pPr>
              <a:defRPr sz="1875" b="1">
                <a:solidFill>
                  <a:srgbClr val="3184E8"/>
                </a:solidFill>
                <a:latin typeface="DejaVu Sans"/>
                <a:ea typeface="DejaVu Sans"/>
                <a:cs typeface="DejaVu Sans"/>
              </a:defRPr>
            </a:lvl1pPr>
            <a:lvl2pPr>
              <a:defRPr sz="1875" b="1">
                <a:solidFill>
                  <a:srgbClr val="3184E8"/>
                </a:solidFill>
                <a:latin typeface="DejaVu Sans"/>
                <a:ea typeface="DejaVu Sans"/>
                <a:cs typeface="DejaVu Sans"/>
              </a:defRPr>
            </a:lvl2pPr>
            <a:lvl3pPr>
              <a:defRPr sz="1875" b="1">
                <a:solidFill>
                  <a:srgbClr val="3184E8"/>
                </a:solidFill>
                <a:latin typeface="DejaVu Sans"/>
                <a:ea typeface="DejaVu Sans"/>
                <a:cs typeface="DejaVu Sans"/>
              </a:defRPr>
            </a:lvl3pPr>
            <a:lvl4pPr>
              <a:defRPr sz="1875" b="1">
                <a:solidFill>
                  <a:srgbClr val="3184E8"/>
                </a:solidFill>
                <a:latin typeface="DejaVu Sans"/>
                <a:ea typeface="DejaVu Sans"/>
                <a:cs typeface="DejaVu Sans"/>
              </a:defRPr>
            </a:lvl4pPr>
            <a:lvl5pPr>
              <a:defRPr sz="1875" b="1">
                <a:solidFill>
                  <a:srgbClr val="3184E8"/>
                </a:solidFill>
                <a:latin typeface="DejaVu Sans"/>
                <a:ea typeface="DejaVu Sans"/>
                <a:cs typeface="DejaVu Sans"/>
              </a:defRPr>
            </a:lvl5pPr>
            <a:lvl6pPr>
              <a:defRPr sz="1875" b="1">
                <a:solidFill>
                  <a:srgbClr val="3184E8"/>
                </a:solidFill>
                <a:latin typeface="DejaVu Sans"/>
                <a:ea typeface="DejaVu Sans"/>
                <a:cs typeface="DejaVu Sans"/>
              </a:defRPr>
            </a:lvl6pPr>
            <a:lvl7pPr>
              <a:defRPr sz="1875" b="1">
                <a:solidFill>
                  <a:srgbClr val="3184E8"/>
                </a:solidFill>
                <a:latin typeface="DejaVu Sans"/>
                <a:ea typeface="DejaVu Sans"/>
                <a:cs typeface="DejaVu Sans"/>
              </a:defRPr>
            </a:lvl7pPr>
            <a:lvl8pPr>
              <a:defRPr sz="1875" b="1">
                <a:solidFill>
                  <a:srgbClr val="3184E8"/>
                </a:solidFill>
                <a:latin typeface="DejaVu Sans"/>
                <a:ea typeface="DejaVu Sans"/>
                <a:cs typeface="DejaVu Sans"/>
              </a:defRPr>
            </a:lvl8pPr>
            <a:lvl9pPr>
              <a:defRPr sz="1875" b="1">
                <a:solidFill>
                  <a:srgbClr val="3184E8"/>
                </a:solidFill>
                <a:latin typeface="DejaVu Sans"/>
                <a:ea typeface="DejaVu Sans"/>
                <a:cs typeface="DejaVu Sans"/>
              </a:defRPr>
            </a:lvl9pPr>
          </a:lstStyle>
          <a:p xmlns:a="http://schemas.openxmlformats.org/drawingml/2006/main">
            <a:pPr>
              <a:defRPr sz="1875" b="1">
                <a:solidFill>
                  <a:srgbClr val="3184E8"/>
                </a:solidFill>
                <a:latin typeface="DejaVu Sans"/>
                <a:ea typeface="DejaVu Sans"/>
                <a:cs typeface="DejaVu Sans"/>
              </a:defRPr>
            </a:pPr>
            <a:r>
              <a:rPr sz="1875" b="1">
                <a:solidFill>
                  <a:srgbClr val="3184E8"/>
                </a:solidFill>
                <a:latin typeface="DejaVu Sans"/>
                <a:ea typeface="DejaVu Sans"/>
                <a:cs typeface="DejaVu Sans"/>
              </a:rPr>
              <a:t>G2 vs G3: r = 0.905</a:t>
            </a:r>
          </a:p>
        </p:txBody>
      </p:sp>
    </p:spTree>
    <p:extLst>
      <p:ext uri="{BB962C8B-B14F-4D97-AF65-F5344CB8AC3E}">
        <p14:creationId xmlns:p14="http://schemas.microsoft.com/office/powerpoint/2010/main" val="17199162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B8C795-E94E-4400-93AE-DFAED31416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D20BF2-8A72-49C4-863B-8B8FEC4F765E}"/>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Subject cohort comparison</a:t>
            </a:r>
          </a:p>
        </p:txBody>
      </p:sp>
      <p:sp>
        <p:nvSpPr>
          <p:cNvPr id="3" name="">
            <a:extLst xmlns:a="http://schemas.openxmlformats.org/drawingml/2006/main">
              <a:ext uri="{FF2B5EF4-FFF2-40B4-BE49-F238E27FC236}">
                <a16:creationId xmlns:a16="http://schemas.microsoft.com/office/drawing/2014/main" id="{E9EB2053-A06A-44FC-8DEE-10C291A2B463}"/>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D238CA9A-D8E3-498C-B171-0773F2D4D77A}"/>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14</a:t>
            </a:r>
          </a:p>
        </p:txBody>
      </p:sp>
      <p:graphicFrame>
        <p:nvGraphicFramePr>
          <p:cNvPr id="5" name="Chart">
            <a:extLst xmlns:a="http://schemas.openxmlformats.org/drawingml/2006/main">
              <a:ext uri="{FF2B5EF4-FFF2-40B4-BE49-F238E27FC236}">
                <a16:creationId xmlns:a16="http://schemas.microsoft.com/office/drawing/2014/main" id="{9902807F-6388-4E9F-AC00-6AA8046BB006}"/>
              </a:ext>
            </a:extLst>
          </p:cNvPr>
          <p:cNvGraphicFramePr/>
          <p:nvPr/>
        </p:nvGraphicFramePr>
        <p:xfrm>
          <a:off xmlns:a="http://schemas.openxmlformats.org/drawingml/2006/main" x="619125" y="1714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6a32ad2d048c48f5"/>
          </a:graphicData>
        </a:graphic>
      </p:graphicFrame>
      <p:sp>
        <p:nvSpPr>
          <p:cNvPr id="6" name="">
            <a:extLst xmlns:a="http://schemas.openxmlformats.org/drawingml/2006/main">
              <a:ext uri="{FF2B5EF4-FFF2-40B4-BE49-F238E27FC236}">
                <a16:creationId xmlns:a16="http://schemas.microsoft.com/office/drawing/2014/main" id="{666153E2-6E11-470E-8D8A-5F99F6749D06}"/>
              </a:ext>
            </a:extLst>
          </p:cNvPr>
          <p:cNvSpPr>
            <a:spLocks xmlns:a="http://schemas.openxmlformats.org/drawingml/2006/main" noGrp="1"/>
          </p:cNvSpPr>
          <p:nvPr/>
        </p:nvSpPr>
        <p:spPr>
          <a:xfrm xmlns:a="http://schemas.openxmlformats.org/drawingml/2006/main">
            <a:off x="8477250" y="17621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7455D8"/>
                </a:solidFill>
                <a:latin typeface="DejaVu Sans"/>
                <a:ea typeface="DejaVu Sans"/>
                <a:cs typeface="DejaVu Sans"/>
              </a:defRPr>
            </a:defPPr>
            <a:lvl1pPr>
              <a:defRPr sz="3900" b="1">
                <a:solidFill>
                  <a:srgbClr val="7455D8"/>
                </a:solidFill>
                <a:latin typeface="DejaVu Sans"/>
                <a:ea typeface="DejaVu Sans"/>
                <a:cs typeface="DejaVu Sans"/>
              </a:defRPr>
            </a:lvl1pPr>
            <a:lvl2pPr>
              <a:defRPr sz="3900" b="1">
                <a:solidFill>
                  <a:srgbClr val="7455D8"/>
                </a:solidFill>
                <a:latin typeface="DejaVu Sans"/>
                <a:ea typeface="DejaVu Sans"/>
                <a:cs typeface="DejaVu Sans"/>
              </a:defRPr>
            </a:lvl2pPr>
            <a:lvl3pPr>
              <a:defRPr sz="3900" b="1">
                <a:solidFill>
                  <a:srgbClr val="7455D8"/>
                </a:solidFill>
                <a:latin typeface="DejaVu Sans"/>
                <a:ea typeface="DejaVu Sans"/>
                <a:cs typeface="DejaVu Sans"/>
              </a:defRPr>
            </a:lvl3pPr>
            <a:lvl4pPr>
              <a:defRPr sz="3900" b="1">
                <a:solidFill>
                  <a:srgbClr val="7455D8"/>
                </a:solidFill>
                <a:latin typeface="DejaVu Sans"/>
                <a:ea typeface="DejaVu Sans"/>
                <a:cs typeface="DejaVu Sans"/>
              </a:defRPr>
            </a:lvl4pPr>
            <a:lvl5pPr>
              <a:defRPr sz="3900" b="1">
                <a:solidFill>
                  <a:srgbClr val="7455D8"/>
                </a:solidFill>
                <a:latin typeface="DejaVu Sans"/>
                <a:ea typeface="DejaVu Sans"/>
                <a:cs typeface="DejaVu Sans"/>
              </a:defRPr>
            </a:lvl5pPr>
            <a:lvl6pPr>
              <a:defRPr sz="3900" b="1">
                <a:solidFill>
                  <a:srgbClr val="7455D8"/>
                </a:solidFill>
                <a:latin typeface="DejaVu Sans"/>
                <a:ea typeface="DejaVu Sans"/>
                <a:cs typeface="DejaVu Sans"/>
              </a:defRPr>
            </a:lvl6pPr>
            <a:lvl7pPr>
              <a:defRPr sz="3900" b="1">
                <a:solidFill>
                  <a:srgbClr val="7455D8"/>
                </a:solidFill>
                <a:latin typeface="DejaVu Sans"/>
                <a:ea typeface="DejaVu Sans"/>
                <a:cs typeface="DejaVu Sans"/>
              </a:defRPr>
            </a:lvl7pPr>
            <a:lvl8pPr>
              <a:defRPr sz="3900" b="1">
                <a:solidFill>
                  <a:srgbClr val="7455D8"/>
                </a:solidFill>
                <a:latin typeface="DejaVu Sans"/>
                <a:ea typeface="DejaVu Sans"/>
                <a:cs typeface="DejaVu Sans"/>
              </a:defRPr>
            </a:lvl8pPr>
            <a:lvl9pPr>
              <a:defRPr sz="3900" b="1">
                <a:solidFill>
                  <a:srgbClr val="7455D8"/>
                </a:solidFill>
                <a:latin typeface="DejaVu Sans"/>
                <a:ea typeface="DejaVu Sans"/>
                <a:cs typeface="DejaVu Sans"/>
              </a:defRPr>
            </a:lvl9pPr>
          </a:lstStyle>
          <a:p xmlns:a="http://schemas.openxmlformats.org/drawingml/2006/main">
            <a:pPr>
              <a:defRPr sz="3900" b="1">
                <a:solidFill>
                  <a:srgbClr val="7455D8"/>
                </a:solidFill>
                <a:latin typeface="DejaVu Sans"/>
                <a:ea typeface="DejaVu Sans"/>
                <a:cs typeface="DejaVu Sans"/>
              </a:defRPr>
            </a:pPr>
            <a:r>
              <a:rPr sz="3900" b="1">
                <a:solidFill>
                  <a:srgbClr val="7455D8"/>
                </a:solidFill>
                <a:latin typeface="DejaVu Sans"/>
                <a:ea typeface="DejaVu Sans"/>
                <a:cs typeface="DejaVu Sans"/>
              </a:rPr>
              <a:t>+1.49</a:t>
            </a:r>
          </a:p>
        </p:txBody>
      </p:sp>
      <p:sp>
        <p:nvSpPr>
          <p:cNvPr id="7" name="">
            <a:extLst xmlns:a="http://schemas.openxmlformats.org/drawingml/2006/main">
              <a:ext uri="{FF2B5EF4-FFF2-40B4-BE49-F238E27FC236}">
                <a16:creationId xmlns:a16="http://schemas.microsoft.com/office/drawing/2014/main" id="{0121BB2E-158A-4AA6-B656-3F64597190A6}"/>
              </a:ext>
            </a:extLst>
          </p:cNvPr>
          <p:cNvSpPr>
            <a:spLocks xmlns:a="http://schemas.openxmlformats.org/drawingml/2006/main" noGrp="1"/>
          </p:cNvSpPr>
          <p:nvPr/>
        </p:nvSpPr>
        <p:spPr>
          <a:xfrm xmlns:a="http://schemas.openxmlformats.org/drawingml/2006/main">
            <a:off x="8477250" y="2714625"/>
            <a:ext cx="2952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02842"/>
                </a:solidFill>
                <a:latin typeface="DejaVu Sans"/>
                <a:ea typeface="DejaVu Sans"/>
                <a:cs typeface="DejaVu Sans"/>
              </a:defRPr>
            </a:defPPr>
            <a:lvl1pPr>
              <a:defRPr sz="1725" b="1">
                <a:solidFill>
                  <a:srgbClr val="202842"/>
                </a:solidFill>
                <a:latin typeface="DejaVu Sans"/>
                <a:ea typeface="DejaVu Sans"/>
                <a:cs typeface="DejaVu Sans"/>
              </a:defRPr>
            </a:lvl1pPr>
            <a:lvl2pPr>
              <a:defRPr sz="1725" b="1">
                <a:solidFill>
                  <a:srgbClr val="202842"/>
                </a:solidFill>
                <a:latin typeface="DejaVu Sans"/>
                <a:ea typeface="DejaVu Sans"/>
                <a:cs typeface="DejaVu Sans"/>
              </a:defRPr>
            </a:lvl2pPr>
            <a:lvl3pPr>
              <a:defRPr sz="1725" b="1">
                <a:solidFill>
                  <a:srgbClr val="202842"/>
                </a:solidFill>
                <a:latin typeface="DejaVu Sans"/>
                <a:ea typeface="DejaVu Sans"/>
                <a:cs typeface="DejaVu Sans"/>
              </a:defRPr>
            </a:lvl3pPr>
            <a:lvl4pPr>
              <a:defRPr sz="1725" b="1">
                <a:solidFill>
                  <a:srgbClr val="202842"/>
                </a:solidFill>
                <a:latin typeface="DejaVu Sans"/>
                <a:ea typeface="DejaVu Sans"/>
                <a:cs typeface="DejaVu Sans"/>
              </a:defRPr>
            </a:lvl4pPr>
            <a:lvl5pPr>
              <a:defRPr sz="1725" b="1">
                <a:solidFill>
                  <a:srgbClr val="202842"/>
                </a:solidFill>
                <a:latin typeface="DejaVu Sans"/>
                <a:ea typeface="DejaVu Sans"/>
                <a:cs typeface="DejaVu Sans"/>
              </a:defRPr>
            </a:lvl5pPr>
            <a:lvl6pPr>
              <a:defRPr sz="1725" b="1">
                <a:solidFill>
                  <a:srgbClr val="202842"/>
                </a:solidFill>
                <a:latin typeface="DejaVu Sans"/>
                <a:ea typeface="DejaVu Sans"/>
                <a:cs typeface="DejaVu Sans"/>
              </a:defRPr>
            </a:lvl6pPr>
            <a:lvl7pPr>
              <a:defRPr sz="1725" b="1">
                <a:solidFill>
                  <a:srgbClr val="202842"/>
                </a:solidFill>
                <a:latin typeface="DejaVu Sans"/>
                <a:ea typeface="DejaVu Sans"/>
                <a:cs typeface="DejaVu Sans"/>
              </a:defRPr>
            </a:lvl7pPr>
            <a:lvl8pPr>
              <a:defRPr sz="1725" b="1">
                <a:solidFill>
                  <a:srgbClr val="202842"/>
                </a:solidFill>
                <a:latin typeface="DejaVu Sans"/>
                <a:ea typeface="DejaVu Sans"/>
                <a:cs typeface="DejaVu Sans"/>
              </a:defRPr>
            </a:lvl8pPr>
            <a:lvl9pPr>
              <a:defRPr sz="1725" b="1">
                <a:solidFill>
                  <a:srgbClr val="202842"/>
                </a:solidFill>
                <a:latin typeface="DejaVu Sans"/>
                <a:ea typeface="DejaVu Sans"/>
                <a:cs typeface="DejaVu Sans"/>
              </a:defRPr>
            </a:lvl9pPr>
          </a:lstStyle>
          <a:p xmlns:a="http://schemas.openxmlformats.org/drawingml/2006/main">
            <a:pPr>
              <a:defRPr sz="1725" b="1">
                <a:solidFill>
                  <a:srgbClr val="202842"/>
                </a:solidFill>
                <a:latin typeface="DejaVu Sans"/>
                <a:ea typeface="DejaVu Sans"/>
                <a:cs typeface="DejaVu Sans"/>
              </a:defRPr>
            </a:pPr>
            <a:r>
              <a:rPr sz="1725" b="1">
                <a:solidFill>
                  <a:srgbClr val="202842"/>
                </a:solidFill>
                <a:latin typeface="DejaVu Sans"/>
                <a:ea typeface="DejaVu Sans"/>
                <a:cs typeface="DejaVu Sans"/>
              </a:rPr>
              <a:t>Portuguese minus Mathematics</a:t>
            </a:r>
          </a:p>
        </p:txBody>
      </p:sp>
      <p:sp>
        <p:nvSpPr>
          <p:cNvPr id="8" name="">
            <a:extLst xmlns:a="http://schemas.openxmlformats.org/drawingml/2006/main">
              <a:ext uri="{FF2B5EF4-FFF2-40B4-BE49-F238E27FC236}">
                <a16:creationId xmlns:a16="http://schemas.microsoft.com/office/drawing/2014/main" id="{EDF427DC-30FB-4FD5-9136-0A0165B8FA29}"/>
              </a:ext>
            </a:extLst>
          </p:cNvPr>
          <p:cNvSpPr>
            <a:spLocks xmlns:a="http://schemas.openxmlformats.org/drawingml/2006/main" noGrp="1"/>
          </p:cNvSpPr>
          <p:nvPr/>
        </p:nvSpPr>
        <p:spPr>
          <a:xfrm xmlns:a="http://schemas.openxmlformats.org/drawingml/2006/main">
            <a:off x="8477250" y="3714750"/>
            <a:ext cx="29051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n = 649 vs n = 395</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Unadjusted cohort difference.</a:t>
            </a:r>
          </a:p>
          <a:p xmlns:a="http://schemas.openxmlformats.org/drawingml/2006/main">
            <a:r>
              <a:t/>
            </a:r>
          </a:p>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Not a causal subject effect.</a:t>
            </a:r>
          </a:p>
        </p:txBody>
      </p:sp>
    </p:spTree>
    <p:extLst>
      <p:ext uri="{BB962C8B-B14F-4D97-AF65-F5344CB8AC3E}">
        <p14:creationId xmlns:p14="http://schemas.microsoft.com/office/powerpoint/2010/main" val="8155831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E0AE55-1F5F-4E6E-8C23-BCA0746603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3DDDED-33CA-42EB-AD5B-07BF2FC5FA4F}"/>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Key findings and sensitivity</a:t>
            </a:r>
          </a:p>
        </p:txBody>
      </p:sp>
      <p:sp>
        <p:nvSpPr>
          <p:cNvPr id="3" name="">
            <a:extLst xmlns:a="http://schemas.openxmlformats.org/drawingml/2006/main">
              <a:ext uri="{FF2B5EF4-FFF2-40B4-BE49-F238E27FC236}">
                <a16:creationId xmlns:a16="http://schemas.microsoft.com/office/drawing/2014/main" id="{DCB4B885-E6C4-4F85-8392-D6616B702BAF}"/>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A2102EB6-8D55-43B2-AAE0-B950CCBC1B28}"/>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15</a:t>
            </a:r>
          </a:p>
        </p:txBody>
      </p:sp>
      <p:sp>
        <p:nvSpPr>
          <p:cNvPr id="5" name="">
            <a:extLst xmlns:a="http://schemas.openxmlformats.org/drawingml/2006/main">
              <a:ext uri="{FF2B5EF4-FFF2-40B4-BE49-F238E27FC236}">
                <a16:creationId xmlns:a16="http://schemas.microsoft.com/office/drawing/2014/main" id="{6E0AF1C8-CC21-4E9D-A726-B9D2724711F2}"/>
              </a:ext>
            </a:extLst>
          </p:cNvPr>
          <p:cNvSpPr>
            <a:spLocks xmlns:a="http://schemas.openxmlformats.org/drawingml/2006/main" noGrp="1"/>
          </p:cNvSpPr>
          <p:nvPr/>
        </p:nvSpPr>
        <p:spPr>
          <a:xfrm xmlns:a="http://schemas.openxmlformats.org/drawingml/2006/main">
            <a:off x="666750" y="1666875"/>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Previous grades show strong associations: G2-G3 r = 0.905.</a:t>
            </a:r>
          </a:p>
        </p:txBody>
      </p:sp>
      <p:sp>
        <p:nvSpPr>
          <p:cNvPr id="6" name="">
            <a:extLst xmlns:a="http://schemas.openxmlformats.org/drawingml/2006/main">
              <a:ext uri="{FF2B5EF4-FFF2-40B4-BE49-F238E27FC236}">
                <a16:creationId xmlns:a16="http://schemas.microsoft.com/office/drawing/2014/main" id="{8811BDE6-DD48-4994-AA4E-037379C6E9A9}"/>
              </a:ext>
            </a:extLst>
          </p:cNvPr>
          <p:cNvSpPr>
            <a:spLocks xmlns:a="http://schemas.openxmlformats.org/drawingml/2006/main" noGrp="1"/>
          </p:cNvSpPr>
          <p:nvPr/>
        </p:nvSpPr>
        <p:spPr>
          <a:xfrm xmlns:a="http://schemas.openxmlformats.org/drawingml/2006/main">
            <a:off x="666750" y="2714625"/>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The full Mathematics absence-grade association is near zero: r = 0.034.</a:t>
            </a:r>
          </a:p>
        </p:txBody>
      </p:sp>
      <p:sp>
        <p:nvSpPr>
          <p:cNvPr id="7" name="">
            <a:extLst xmlns:a="http://schemas.openxmlformats.org/drawingml/2006/main">
              <a:ext uri="{FF2B5EF4-FFF2-40B4-BE49-F238E27FC236}">
                <a16:creationId xmlns:a16="http://schemas.microsoft.com/office/drawing/2014/main" id="{A31DFA77-5F2C-47CC-91BD-C0679B392335}"/>
              </a:ext>
            </a:extLst>
          </p:cNvPr>
          <p:cNvSpPr>
            <a:spLocks xmlns:a="http://schemas.openxmlformats.org/drawingml/2006/main" noGrp="1"/>
          </p:cNvSpPr>
          <p:nvPr/>
        </p:nvSpPr>
        <p:spPr>
          <a:xfrm xmlns:a="http://schemas.openxmlformats.org/drawingml/2006/main">
            <a:off x="666750" y="3762375"/>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The G3 &gt; 0 subset has r = -0.213 and n = 357. This is a different population.</a:t>
            </a:r>
          </a:p>
        </p:txBody>
      </p:sp>
      <p:sp>
        <p:nvSpPr>
          <p:cNvPr id="8" name="">
            <a:extLst xmlns:a="http://schemas.openxmlformats.org/drawingml/2006/main">
              <a:ext uri="{FF2B5EF4-FFF2-40B4-BE49-F238E27FC236}">
                <a16:creationId xmlns:a16="http://schemas.microsoft.com/office/drawing/2014/main" id="{B325CF33-258C-4329-8A56-D23C386BABF2}"/>
              </a:ext>
            </a:extLst>
          </p:cNvPr>
          <p:cNvSpPr>
            <a:spLocks xmlns:a="http://schemas.openxmlformats.org/drawingml/2006/main" noGrp="1"/>
          </p:cNvSpPr>
          <p:nvPr/>
        </p:nvSpPr>
        <p:spPr>
          <a:xfrm xmlns:a="http://schemas.openxmlformats.org/drawingml/2006/main">
            <a:off x="666750" y="4810125"/>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Study-time group means vary, but they do not establish an intervention effect.</a:t>
            </a:r>
          </a:p>
        </p:txBody>
      </p:sp>
    </p:spTree>
    <p:extLst>
      <p:ext uri="{BB962C8B-B14F-4D97-AF65-F5344CB8AC3E}">
        <p14:creationId xmlns:p14="http://schemas.microsoft.com/office/powerpoint/2010/main" val="7117194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074F33-0625-4796-B00D-7BE0C3E18A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185B89-6E1B-4D53-9B84-6CA3175C0812}"/>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Practical recommendations</a:t>
            </a:r>
          </a:p>
        </p:txBody>
      </p:sp>
      <p:sp>
        <p:nvSpPr>
          <p:cNvPr id="3" name="">
            <a:extLst xmlns:a="http://schemas.openxmlformats.org/drawingml/2006/main">
              <a:ext uri="{FF2B5EF4-FFF2-40B4-BE49-F238E27FC236}">
                <a16:creationId xmlns:a16="http://schemas.microsoft.com/office/drawing/2014/main" id="{6D9C8243-5097-46A7-8EA1-C17E8D60AEEB}"/>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403F5730-3101-4898-B8E4-662C19F4BEB8}"/>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16</a:t>
            </a:r>
          </a:p>
        </p:txBody>
      </p:sp>
      <p:sp>
        <p:nvSpPr>
          <p:cNvPr id="5" name="">
            <a:extLst xmlns:a="http://schemas.openxmlformats.org/drawingml/2006/main">
              <a:ext uri="{FF2B5EF4-FFF2-40B4-BE49-F238E27FC236}">
                <a16:creationId xmlns:a16="http://schemas.microsoft.com/office/drawing/2014/main" id="{40C70A90-3AEF-482A-89EB-259643375565}"/>
              </a:ext>
            </a:extLst>
          </p:cNvPr>
          <p:cNvSpPr>
            <a:spLocks xmlns:a="http://schemas.openxmlformats.org/drawingml/2006/main" noGrp="1"/>
          </p:cNvSpPr>
          <p:nvPr/>
        </p:nvSpPr>
        <p:spPr>
          <a:xfrm xmlns:a="http://schemas.openxmlformats.org/drawingml/2006/main">
            <a:off x="666750" y="171450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Review earlier assessments and offer contextual academic support.</a:t>
            </a:r>
          </a:p>
        </p:txBody>
      </p:sp>
      <p:sp>
        <p:nvSpPr>
          <p:cNvPr id="6" name="">
            <a:extLst xmlns:a="http://schemas.openxmlformats.org/drawingml/2006/main">
              <a:ext uri="{FF2B5EF4-FFF2-40B4-BE49-F238E27FC236}">
                <a16:creationId xmlns:a16="http://schemas.microsoft.com/office/drawing/2014/main" id="{6D2CCD20-ED75-44CF-B490-3AA3B27A24E5}"/>
              </a:ext>
            </a:extLst>
          </p:cNvPr>
          <p:cNvSpPr>
            <a:spLocks xmlns:a="http://schemas.openxmlformats.org/drawingml/2006/main" noGrp="1"/>
          </p:cNvSpPr>
          <p:nvPr/>
        </p:nvSpPr>
        <p:spPr>
          <a:xfrm xmlns:a="http://schemas.openxmlformats.org/drawingml/2006/main">
            <a:off x="666750" y="276225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Collect attended and scheduled sessions before calculating attendance rates.</a:t>
            </a:r>
          </a:p>
        </p:txBody>
      </p:sp>
      <p:sp>
        <p:nvSpPr>
          <p:cNvPr id="7" name="">
            <a:extLst xmlns:a="http://schemas.openxmlformats.org/drawingml/2006/main">
              <a:ext uri="{FF2B5EF4-FFF2-40B4-BE49-F238E27FC236}">
                <a16:creationId xmlns:a16="http://schemas.microsoft.com/office/drawing/2014/main" id="{1757F5D0-17A6-4EAF-AFC5-F203B75F6AFF}"/>
              </a:ext>
            </a:extLst>
          </p:cNvPr>
          <p:cNvSpPr>
            <a:spLocks xmlns:a="http://schemas.openxmlformats.org/drawingml/2006/main" noGrp="1"/>
          </p:cNvSpPr>
          <p:nvPr/>
        </p:nvSpPr>
        <p:spPr>
          <a:xfrm xmlns:a="http://schemas.openxmlformats.org/drawingml/2006/main">
            <a:off x="666750" y="381000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Record assignments assigned and completed, with clear exemptions.</a:t>
            </a:r>
          </a:p>
        </p:txBody>
      </p:sp>
      <p:sp>
        <p:nvSpPr>
          <p:cNvPr id="8" name="">
            <a:extLst xmlns:a="http://schemas.openxmlformats.org/drawingml/2006/main">
              <a:ext uri="{FF2B5EF4-FFF2-40B4-BE49-F238E27FC236}">
                <a16:creationId xmlns:a16="http://schemas.microsoft.com/office/drawing/2014/main" id="{8EAF8EA4-2F14-4E5D-8902-C7681DBCBD4B}"/>
              </a:ext>
            </a:extLst>
          </p:cNvPr>
          <p:cNvSpPr>
            <a:spLocks xmlns:a="http://schemas.openxmlformats.org/drawingml/2006/main" noGrp="1"/>
          </p:cNvSpPr>
          <p:nvPr/>
        </p:nvSpPr>
        <p:spPr>
          <a:xfrm xmlns:a="http://schemas.openxmlformats.org/drawingml/2006/main">
            <a:off x="666750" y="485775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02842"/>
                </a:solidFill>
                <a:latin typeface="DejaVu Sans"/>
                <a:ea typeface="DejaVu Sans"/>
                <a:cs typeface="DejaVu Sans"/>
              </a:defRPr>
            </a:defPPr>
            <a:lvl1pPr>
              <a:defRPr sz="2100" b="0">
                <a:solidFill>
                  <a:srgbClr val="202842"/>
                </a:solidFill>
                <a:latin typeface="DejaVu Sans"/>
                <a:ea typeface="DejaVu Sans"/>
                <a:cs typeface="DejaVu Sans"/>
              </a:defRPr>
            </a:lvl1pPr>
            <a:lvl2pPr>
              <a:defRPr sz="2100" b="0">
                <a:solidFill>
                  <a:srgbClr val="202842"/>
                </a:solidFill>
                <a:latin typeface="DejaVu Sans"/>
                <a:ea typeface="DejaVu Sans"/>
                <a:cs typeface="DejaVu Sans"/>
              </a:defRPr>
            </a:lvl2pPr>
            <a:lvl3pPr>
              <a:defRPr sz="2100" b="0">
                <a:solidFill>
                  <a:srgbClr val="202842"/>
                </a:solidFill>
                <a:latin typeface="DejaVu Sans"/>
                <a:ea typeface="DejaVu Sans"/>
                <a:cs typeface="DejaVu Sans"/>
              </a:defRPr>
            </a:lvl3pPr>
            <a:lvl4pPr>
              <a:defRPr sz="2100" b="0">
                <a:solidFill>
                  <a:srgbClr val="202842"/>
                </a:solidFill>
                <a:latin typeface="DejaVu Sans"/>
                <a:ea typeface="DejaVu Sans"/>
                <a:cs typeface="DejaVu Sans"/>
              </a:defRPr>
            </a:lvl4pPr>
            <a:lvl5pPr>
              <a:defRPr sz="2100" b="0">
                <a:solidFill>
                  <a:srgbClr val="202842"/>
                </a:solidFill>
                <a:latin typeface="DejaVu Sans"/>
                <a:ea typeface="DejaVu Sans"/>
                <a:cs typeface="DejaVu Sans"/>
              </a:defRPr>
            </a:lvl5pPr>
            <a:lvl6pPr>
              <a:defRPr sz="2100" b="0">
                <a:solidFill>
                  <a:srgbClr val="202842"/>
                </a:solidFill>
                <a:latin typeface="DejaVu Sans"/>
                <a:ea typeface="DejaVu Sans"/>
                <a:cs typeface="DejaVu Sans"/>
              </a:defRPr>
            </a:lvl6pPr>
            <a:lvl7pPr>
              <a:defRPr sz="2100" b="0">
                <a:solidFill>
                  <a:srgbClr val="202842"/>
                </a:solidFill>
                <a:latin typeface="DejaVu Sans"/>
                <a:ea typeface="DejaVu Sans"/>
                <a:cs typeface="DejaVu Sans"/>
              </a:defRPr>
            </a:lvl7pPr>
            <a:lvl8pPr>
              <a:defRPr sz="2100" b="0">
                <a:solidFill>
                  <a:srgbClr val="202842"/>
                </a:solidFill>
                <a:latin typeface="DejaVu Sans"/>
                <a:ea typeface="DejaVu Sans"/>
                <a:cs typeface="DejaVu Sans"/>
              </a:defRPr>
            </a:lvl8pPr>
            <a:lvl9pPr>
              <a:defRPr sz="2100" b="0">
                <a:solidFill>
                  <a:srgbClr val="202842"/>
                </a:solidFill>
                <a:latin typeface="DejaVu Sans"/>
                <a:ea typeface="DejaVu Sans"/>
                <a:cs typeface="DejaVu Sans"/>
              </a:defRPr>
            </a:lvl9pPr>
          </a:lstStyle>
          <a:p xmlns:a="http://schemas.openxmlformats.org/drawingml/2006/main">
            <a:pPr>
              <a:defRPr sz="2100" b="0">
                <a:solidFill>
                  <a:srgbClr val="202842"/>
                </a:solidFill>
                <a:latin typeface="DejaVu Sans"/>
                <a:ea typeface="DejaVu Sans"/>
                <a:cs typeface="DejaVu Sans"/>
              </a:defRPr>
            </a:pPr>
            <a:r>
              <a:rPr sz="2100" b="0">
                <a:solidFill>
                  <a:srgbClr val="202842"/>
                </a:solidFill>
                <a:latin typeface="DejaVu Sans"/>
                <a:ea typeface="DejaVu Sans"/>
                <a:cs typeface="DejaVu Sans"/>
              </a:rPr>
              <a:t>Pilot with authorized, anonymized SGSITS records and evaluate outcomes.</a:t>
            </a:r>
          </a:p>
        </p:txBody>
      </p:sp>
    </p:spTree>
    <p:extLst>
      <p:ext uri="{BB962C8B-B14F-4D97-AF65-F5344CB8AC3E}">
        <p14:creationId xmlns:p14="http://schemas.microsoft.com/office/powerpoint/2010/main" val="10657480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B528BF-F586-4E09-9A49-932005E33B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6D1BB1-CDC5-424B-AE3F-D61E0E2DBDDB}"/>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Conclusion and limitations</a:t>
            </a:r>
          </a:p>
        </p:txBody>
      </p:sp>
      <p:sp>
        <p:nvSpPr>
          <p:cNvPr id="3" name="">
            <a:extLst xmlns:a="http://schemas.openxmlformats.org/drawingml/2006/main">
              <a:ext uri="{FF2B5EF4-FFF2-40B4-BE49-F238E27FC236}">
                <a16:creationId xmlns:a16="http://schemas.microsoft.com/office/drawing/2014/main" id="{E4C48FDC-F034-412D-BC8B-EC5DB0054757}"/>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3CAA7C84-C53B-44BE-AFCC-DB4E48CD5419}"/>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17</a:t>
            </a:r>
          </a:p>
        </p:txBody>
      </p:sp>
      <p:sp>
        <p:nvSpPr>
          <p:cNvPr id="5" name="">
            <a:extLst xmlns:a="http://schemas.openxmlformats.org/drawingml/2006/main">
              <a:ext uri="{FF2B5EF4-FFF2-40B4-BE49-F238E27FC236}">
                <a16:creationId xmlns:a16="http://schemas.microsoft.com/office/drawing/2014/main" id="{E6F75637-27CA-443B-ABC6-00EE16773A6A}"/>
              </a:ext>
            </a:extLst>
          </p:cNvPr>
          <p:cNvSpPr>
            <a:spLocks xmlns:a="http://schemas.openxmlformats.org/drawingml/2006/main" noGrp="1"/>
          </p:cNvSpPr>
          <p:nvPr/>
        </p:nvSpPr>
        <p:spPr>
          <a:xfrm xmlns:a="http://schemas.openxmlformats.org/drawingml/2006/main">
            <a:off x="666750" y="171450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The project provides reproducible analysis and an offline interactive dashboard.</a:t>
            </a:r>
          </a:p>
        </p:txBody>
      </p:sp>
      <p:sp>
        <p:nvSpPr>
          <p:cNvPr id="6" name="">
            <a:extLst xmlns:a="http://schemas.openxmlformats.org/drawingml/2006/main">
              <a:ext uri="{FF2B5EF4-FFF2-40B4-BE49-F238E27FC236}">
                <a16:creationId xmlns:a16="http://schemas.microsoft.com/office/drawing/2014/main" id="{9A246AE2-0116-44B8-8FA8-42F6A5CE2885}"/>
              </a:ext>
            </a:extLst>
          </p:cNvPr>
          <p:cNvSpPr>
            <a:spLocks xmlns:a="http://schemas.openxmlformats.org/drawingml/2006/main" noGrp="1"/>
          </p:cNvSpPr>
          <p:nvPr/>
        </p:nvSpPr>
        <p:spPr>
          <a:xfrm xmlns:a="http://schemas.openxmlformats.org/drawingml/2006/main">
            <a:off x="666750" y="276225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Public Portuguese school records cannot establish SGSITS-specific outcomes.</a:t>
            </a:r>
          </a:p>
        </p:txBody>
      </p:sp>
      <p:sp>
        <p:nvSpPr>
          <p:cNvPr id="7" name="">
            <a:extLst xmlns:a="http://schemas.openxmlformats.org/drawingml/2006/main">
              <a:ext uri="{FF2B5EF4-FFF2-40B4-BE49-F238E27FC236}">
                <a16:creationId xmlns:a16="http://schemas.microsoft.com/office/drawing/2014/main" id="{A625FC71-CDE7-4219-AFB7-18AFB3211AE2}"/>
              </a:ext>
            </a:extLst>
          </p:cNvPr>
          <p:cNvSpPr>
            <a:spLocks xmlns:a="http://schemas.openxmlformats.org/drawingml/2006/main" noGrp="1"/>
          </p:cNvSpPr>
          <p:nvPr/>
        </p:nvSpPr>
        <p:spPr>
          <a:xfrm xmlns:a="http://schemas.openxmlformats.org/drawingml/2006/main">
            <a:off x="666750" y="381000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Missing attendance denominators, assignment data and dates limit the scope.</a:t>
            </a:r>
          </a:p>
        </p:txBody>
      </p:sp>
      <p:sp>
        <p:nvSpPr>
          <p:cNvPr id="8" name="">
            <a:extLst xmlns:a="http://schemas.openxmlformats.org/drawingml/2006/main">
              <a:ext uri="{FF2B5EF4-FFF2-40B4-BE49-F238E27FC236}">
                <a16:creationId xmlns:a16="http://schemas.microsoft.com/office/drawing/2014/main" id="{F9FBADE9-69C9-4F35-B799-DC4D2F6200B8}"/>
              </a:ext>
            </a:extLst>
          </p:cNvPr>
          <p:cNvSpPr>
            <a:spLocks xmlns:a="http://schemas.openxmlformats.org/drawingml/2006/main" noGrp="1"/>
          </p:cNvSpPr>
          <p:nvPr/>
        </p:nvSpPr>
        <p:spPr>
          <a:xfrm xmlns:a="http://schemas.openxmlformats.org/drawingml/2006/main">
            <a:off x="666750" y="4857750"/>
            <a:ext cx="10572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02842"/>
                </a:solidFill>
                <a:latin typeface="DejaVu Sans"/>
                <a:ea typeface="DejaVu Sans"/>
                <a:cs typeface="DejaVu Sans"/>
              </a:defRPr>
            </a:defPPr>
            <a:lvl1pPr>
              <a:defRPr sz="2025" b="0">
                <a:solidFill>
                  <a:srgbClr val="202842"/>
                </a:solidFill>
                <a:latin typeface="DejaVu Sans"/>
                <a:ea typeface="DejaVu Sans"/>
                <a:cs typeface="DejaVu Sans"/>
              </a:defRPr>
            </a:lvl1pPr>
            <a:lvl2pPr>
              <a:defRPr sz="2025" b="0">
                <a:solidFill>
                  <a:srgbClr val="202842"/>
                </a:solidFill>
                <a:latin typeface="DejaVu Sans"/>
                <a:ea typeface="DejaVu Sans"/>
                <a:cs typeface="DejaVu Sans"/>
              </a:defRPr>
            </a:lvl2pPr>
            <a:lvl3pPr>
              <a:defRPr sz="2025" b="0">
                <a:solidFill>
                  <a:srgbClr val="202842"/>
                </a:solidFill>
                <a:latin typeface="DejaVu Sans"/>
                <a:ea typeface="DejaVu Sans"/>
                <a:cs typeface="DejaVu Sans"/>
              </a:defRPr>
            </a:lvl3pPr>
            <a:lvl4pPr>
              <a:defRPr sz="2025" b="0">
                <a:solidFill>
                  <a:srgbClr val="202842"/>
                </a:solidFill>
                <a:latin typeface="DejaVu Sans"/>
                <a:ea typeface="DejaVu Sans"/>
                <a:cs typeface="DejaVu Sans"/>
              </a:defRPr>
            </a:lvl4pPr>
            <a:lvl5pPr>
              <a:defRPr sz="2025" b="0">
                <a:solidFill>
                  <a:srgbClr val="202842"/>
                </a:solidFill>
                <a:latin typeface="DejaVu Sans"/>
                <a:ea typeface="DejaVu Sans"/>
                <a:cs typeface="DejaVu Sans"/>
              </a:defRPr>
            </a:lvl5pPr>
            <a:lvl6pPr>
              <a:defRPr sz="2025" b="0">
                <a:solidFill>
                  <a:srgbClr val="202842"/>
                </a:solidFill>
                <a:latin typeface="DejaVu Sans"/>
                <a:ea typeface="DejaVu Sans"/>
                <a:cs typeface="DejaVu Sans"/>
              </a:defRPr>
            </a:lvl6pPr>
            <a:lvl7pPr>
              <a:defRPr sz="2025" b="0">
                <a:solidFill>
                  <a:srgbClr val="202842"/>
                </a:solidFill>
                <a:latin typeface="DejaVu Sans"/>
                <a:ea typeface="DejaVu Sans"/>
                <a:cs typeface="DejaVu Sans"/>
              </a:defRPr>
            </a:lvl7pPr>
            <a:lvl8pPr>
              <a:defRPr sz="2025" b="0">
                <a:solidFill>
                  <a:srgbClr val="202842"/>
                </a:solidFill>
                <a:latin typeface="DejaVu Sans"/>
                <a:ea typeface="DejaVu Sans"/>
                <a:cs typeface="DejaVu Sans"/>
              </a:defRPr>
            </a:lvl8pPr>
            <a:lvl9pPr>
              <a:defRPr sz="2025" b="0">
                <a:solidFill>
                  <a:srgbClr val="202842"/>
                </a:solidFill>
                <a:latin typeface="DejaVu Sans"/>
                <a:ea typeface="DejaVu Sans"/>
                <a:cs typeface="DejaVu Sans"/>
              </a:defRPr>
            </a:lvl9pPr>
          </a:lstStyle>
          <a:p xmlns:a="http://schemas.openxmlformats.org/drawingml/2006/main">
            <a:pPr>
              <a:defRPr sz="2025" b="0">
                <a:solidFill>
                  <a:srgbClr val="202842"/>
                </a:solidFill>
                <a:latin typeface="DejaVu Sans"/>
                <a:ea typeface="DejaVu Sans"/>
                <a:cs typeface="DejaVu Sans"/>
              </a:defRPr>
            </a:pPr>
            <a:r>
              <a:rPr sz="2025" b="0">
                <a:solidFill>
                  <a:srgbClr val="202842"/>
                </a:solidFill>
                <a:latin typeface="DejaVu Sans"/>
                <a:ea typeface="DejaVu Sans"/>
                <a:cs typeface="DejaVu Sans"/>
              </a:rPr>
              <a:t>Next step: execute the Power BI kit and validate a genuine native report.</a:t>
            </a:r>
          </a:p>
        </p:txBody>
      </p:sp>
    </p:spTree>
    <p:extLst>
      <p:ext uri="{BB962C8B-B14F-4D97-AF65-F5344CB8AC3E}">
        <p14:creationId xmlns:p14="http://schemas.microsoft.com/office/powerpoint/2010/main" val="19197343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C8C4BF-74A2-4AFB-8B3E-A12234AA97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455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6E3E5D-3FFD-4638-8859-A12F3B25BE17}"/>
              </a:ext>
            </a:extLst>
          </p:cNvPr>
          <p:cNvSpPr>
            <a:spLocks xmlns:a="http://schemas.openxmlformats.org/drawingml/2006/main" noGrp="1"/>
          </p:cNvSpPr>
          <p:nvPr/>
        </p:nvSpPr>
        <p:spPr>
          <a:xfrm xmlns:a="http://schemas.openxmlformats.org/drawingml/2006/main">
            <a:off x="590550" y="409575"/>
            <a:ext cx="10953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202842"/>
                </a:solidFill>
                <a:latin typeface="DejaVu Sans"/>
                <a:ea typeface="DejaVu Sans"/>
                <a:cs typeface="DejaVu Sans"/>
              </a:defRPr>
            </a:defPPr>
            <a:lvl1pPr>
              <a:defRPr sz="3150" b="1">
                <a:solidFill>
                  <a:srgbClr val="202842"/>
                </a:solidFill>
                <a:latin typeface="DejaVu Sans"/>
                <a:ea typeface="DejaVu Sans"/>
                <a:cs typeface="DejaVu Sans"/>
              </a:defRPr>
            </a:lvl1pPr>
            <a:lvl2pPr>
              <a:defRPr sz="3150" b="1">
                <a:solidFill>
                  <a:srgbClr val="202842"/>
                </a:solidFill>
                <a:latin typeface="DejaVu Sans"/>
                <a:ea typeface="DejaVu Sans"/>
                <a:cs typeface="DejaVu Sans"/>
              </a:defRPr>
            </a:lvl2pPr>
            <a:lvl3pPr>
              <a:defRPr sz="3150" b="1">
                <a:solidFill>
                  <a:srgbClr val="202842"/>
                </a:solidFill>
                <a:latin typeface="DejaVu Sans"/>
                <a:ea typeface="DejaVu Sans"/>
                <a:cs typeface="DejaVu Sans"/>
              </a:defRPr>
            </a:lvl3pPr>
            <a:lvl4pPr>
              <a:defRPr sz="3150" b="1">
                <a:solidFill>
                  <a:srgbClr val="202842"/>
                </a:solidFill>
                <a:latin typeface="DejaVu Sans"/>
                <a:ea typeface="DejaVu Sans"/>
                <a:cs typeface="DejaVu Sans"/>
              </a:defRPr>
            </a:lvl4pPr>
            <a:lvl5pPr>
              <a:defRPr sz="3150" b="1">
                <a:solidFill>
                  <a:srgbClr val="202842"/>
                </a:solidFill>
                <a:latin typeface="DejaVu Sans"/>
                <a:ea typeface="DejaVu Sans"/>
                <a:cs typeface="DejaVu Sans"/>
              </a:defRPr>
            </a:lvl5pPr>
            <a:lvl6pPr>
              <a:defRPr sz="3150" b="1">
                <a:solidFill>
                  <a:srgbClr val="202842"/>
                </a:solidFill>
                <a:latin typeface="DejaVu Sans"/>
                <a:ea typeface="DejaVu Sans"/>
                <a:cs typeface="DejaVu Sans"/>
              </a:defRPr>
            </a:lvl6pPr>
            <a:lvl7pPr>
              <a:defRPr sz="3150" b="1">
                <a:solidFill>
                  <a:srgbClr val="202842"/>
                </a:solidFill>
                <a:latin typeface="DejaVu Sans"/>
                <a:ea typeface="DejaVu Sans"/>
                <a:cs typeface="DejaVu Sans"/>
              </a:defRPr>
            </a:lvl7pPr>
            <a:lvl8pPr>
              <a:defRPr sz="3150" b="1">
                <a:solidFill>
                  <a:srgbClr val="202842"/>
                </a:solidFill>
                <a:latin typeface="DejaVu Sans"/>
                <a:ea typeface="DejaVu Sans"/>
                <a:cs typeface="DejaVu Sans"/>
              </a:defRPr>
            </a:lvl8pPr>
            <a:lvl9pPr>
              <a:defRPr sz="3150" b="1">
                <a:solidFill>
                  <a:srgbClr val="202842"/>
                </a:solidFill>
                <a:latin typeface="DejaVu Sans"/>
                <a:ea typeface="DejaVu Sans"/>
                <a:cs typeface="DejaVu Sans"/>
              </a:defRPr>
            </a:lvl9pPr>
          </a:lstStyle>
          <a:p xmlns:a="http://schemas.openxmlformats.org/drawingml/2006/main">
            <a:pPr>
              <a:defRPr sz="3150" b="1">
                <a:solidFill>
                  <a:srgbClr val="202842"/>
                </a:solidFill>
                <a:latin typeface="DejaVu Sans"/>
                <a:ea typeface="DejaVu Sans"/>
                <a:cs typeface="DejaVu Sans"/>
              </a:defRPr>
            </a:pPr>
            <a:r>
              <a:rPr sz="3150" b="1">
                <a:solidFill>
                  <a:srgbClr val="202842"/>
                </a:solidFill>
                <a:latin typeface="DejaVu Sans"/>
                <a:ea typeface="DejaVu Sans"/>
                <a:cs typeface="DejaVu Sans"/>
              </a:rPr>
              <a:t>References</a:t>
            </a:r>
          </a:p>
        </p:txBody>
      </p:sp>
      <p:sp>
        <p:nvSpPr>
          <p:cNvPr id="3" name="">
            <a:extLst xmlns:a="http://schemas.openxmlformats.org/drawingml/2006/main">
              <a:ext uri="{FF2B5EF4-FFF2-40B4-BE49-F238E27FC236}">
                <a16:creationId xmlns:a16="http://schemas.microsoft.com/office/drawing/2014/main" id="{ABD89416-2FAD-4A36-ABDB-639F352C0672}"/>
              </a:ext>
            </a:extLst>
          </p:cNvPr>
          <p:cNvSpPr>
            <a:spLocks xmlns:a="http://schemas.openxmlformats.org/drawingml/2006/main" noGrp="1"/>
          </p:cNvSpPr>
          <p:nvPr/>
        </p:nvSpPr>
        <p:spPr>
          <a:xfrm xmlns:a="http://schemas.openxmlformats.org/drawingml/2006/main">
            <a:off x="590550" y="640080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47089"/>
                </a:solidFill>
                <a:latin typeface="DejaVu Sans"/>
                <a:ea typeface="DejaVu Sans"/>
                <a:cs typeface="DejaVu Sans"/>
              </a:defRPr>
            </a:defPPr>
            <a:lvl1pPr>
              <a:defRPr sz="1050" b="0">
                <a:solidFill>
                  <a:srgbClr val="647089"/>
                </a:solidFill>
                <a:latin typeface="DejaVu Sans"/>
                <a:ea typeface="DejaVu Sans"/>
                <a:cs typeface="DejaVu Sans"/>
              </a:defRPr>
            </a:lvl1pPr>
            <a:lvl2pPr>
              <a:defRPr sz="1050" b="0">
                <a:solidFill>
                  <a:srgbClr val="647089"/>
                </a:solidFill>
                <a:latin typeface="DejaVu Sans"/>
                <a:ea typeface="DejaVu Sans"/>
                <a:cs typeface="DejaVu Sans"/>
              </a:defRPr>
            </a:lvl2pPr>
            <a:lvl3pPr>
              <a:defRPr sz="1050" b="0">
                <a:solidFill>
                  <a:srgbClr val="647089"/>
                </a:solidFill>
                <a:latin typeface="DejaVu Sans"/>
                <a:ea typeface="DejaVu Sans"/>
                <a:cs typeface="DejaVu Sans"/>
              </a:defRPr>
            </a:lvl3pPr>
            <a:lvl4pPr>
              <a:defRPr sz="1050" b="0">
                <a:solidFill>
                  <a:srgbClr val="647089"/>
                </a:solidFill>
                <a:latin typeface="DejaVu Sans"/>
                <a:ea typeface="DejaVu Sans"/>
                <a:cs typeface="DejaVu Sans"/>
              </a:defRPr>
            </a:lvl4pPr>
            <a:lvl5pPr>
              <a:defRPr sz="1050" b="0">
                <a:solidFill>
                  <a:srgbClr val="647089"/>
                </a:solidFill>
                <a:latin typeface="DejaVu Sans"/>
                <a:ea typeface="DejaVu Sans"/>
                <a:cs typeface="DejaVu Sans"/>
              </a:defRPr>
            </a:lvl5pPr>
            <a:lvl6pPr>
              <a:defRPr sz="1050" b="0">
                <a:solidFill>
                  <a:srgbClr val="647089"/>
                </a:solidFill>
                <a:latin typeface="DejaVu Sans"/>
                <a:ea typeface="DejaVu Sans"/>
                <a:cs typeface="DejaVu Sans"/>
              </a:defRPr>
            </a:lvl6pPr>
            <a:lvl7pPr>
              <a:defRPr sz="1050" b="0">
                <a:solidFill>
                  <a:srgbClr val="647089"/>
                </a:solidFill>
                <a:latin typeface="DejaVu Sans"/>
                <a:ea typeface="DejaVu Sans"/>
                <a:cs typeface="DejaVu Sans"/>
              </a:defRPr>
            </a:lvl7pPr>
            <a:lvl8pPr>
              <a:defRPr sz="1050" b="0">
                <a:solidFill>
                  <a:srgbClr val="647089"/>
                </a:solidFill>
                <a:latin typeface="DejaVu Sans"/>
                <a:ea typeface="DejaVu Sans"/>
                <a:cs typeface="DejaVu Sans"/>
              </a:defRPr>
            </a:lvl8pPr>
            <a:lvl9pPr>
              <a:defRPr sz="1050" b="0">
                <a:solidFill>
                  <a:srgbClr val="647089"/>
                </a:solidFill>
                <a:latin typeface="DejaVu Sans"/>
                <a:ea typeface="DejaVu Sans"/>
                <a:cs typeface="DejaVu Sans"/>
              </a:defRPr>
            </a:lvl9pPr>
          </a:lstStyle>
          <a:p xmlns:a="http://schemas.openxmlformats.org/drawingml/2006/main">
            <a:pPr>
              <a:defRPr sz="1050" b="0">
                <a:solidFill>
                  <a:srgbClr val="647089"/>
                </a:solidFill>
                <a:latin typeface="DejaVu Sans"/>
                <a:ea typeface="DejaVu Sans"/>
                <a:cs typeface="DejaVu Sans"/>
              </a:defRPr>
            </a:pPr>
            <a:r>
              <a:rPr sz="1050" b="0">
                <a:solidFill>
                  <a:srgbClr val="647089"/>
                </a:solidFill>
                <a:latin typeface="DejaVu Sans"/>
                <a:ea typeface="DejaVu Sans"/>
                <a:cs typeface="DejaVu Sans"/>
              </a:rPr>
              <a:t>Parth Kalra and Mahi Gupta  ·  SGSITS Indore</a:t>
            </a:r>
          </a:p>
        </p:txBody>
      </p:sp>
      <p:sp>
        <p:nvSpPr>
          <p:cNvPr id="4" name="">
            <a:extLst xmlns:a="http://schemas.openxmlformats.org/drawingml/2006/main">
              <a:ext uri="{FF2B5EF4-FFF2-40B4-BE49-F238E27FC236}">
                <a16:creationId xmlns:a16="http://schemas.microsoft.com/office/drawing/2014/main" id="{1136B64B-B784-4FCC-A4EE-2D900B68A4F3}"/>
              </a:ext>
            </a:extLst>
          </p:cNvPr>
          <p:cNvSpPr>
            <a:spLocks xmlns:a="http://schemas.openxmlformats.org/drawingml/2006/main" noGrp="1"/>
          </p:cNvSpPr>
          <p:nvPr/>
        </p:nvSpPr>
        <p:spPr>
          <a:xfrm xmlns:a="http://schemas.openxmlformats.org/drawingml/2006/main">
            <a:off x="11287125" y="640080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7455D8"/>
                </a:solidFill>
                <a:latin typeface="DejaVu Sans"/>
                <a:ea typeface="DejaVu Sans"/>
                <a:cs typeface="DejaVu Sans"/>
              </a:defRPr>
            </a:defPPr>
            <a:lvl1pPr>
              <a:defRPr sz="1125" b="1">
                <a:solidFill>
                  <a:srgbClr val="7455D8"/>
                </a:solidFill>
                <a:latin typeface="DejaVu Sans"/>
                <a:ea typeface="DejaVu Sans"/>
                <a:cs typeface="DejaVu Sans"/>
              </a:defRPr>
            </a:lvl1pPr>
            <a:lvl2pPr>
              <a:defRPr sz="1125" b="1">
                <a:solidFill>
                  <a:srgbClr val="7455D8"/>
                </a:solidFill>
                <a:latin typeface="DejaVu Sans"/>
                <a:ea typeface="DejaVu Sans"/>
                <a:cs typeface="DejaVu Sans"/>
              </a:defRPr>
            </a:lvl2pPr>
            <a:lvl3pPr>
              <a:defRPr sz="1125" b="1">
                <a:solidFill>
                  <a:srgbClr val="7455D8"/>
                </a:solidFill>
                <a:latin typeface="DejaVu Sans"/>
                <a:ea typeface="DejaVu Sans"/>
                <a:cs typeface="DejaVu Sans"/>
              </a:defRPr>
            </a:lvl3pPr>
            <a:lvl4pPr>
              <a:defRPr sz="1125" b="1">
                <a:solidFill>
                  <a:srgbClr val="7455D8"/>
                </a:solidFill>
                <a:latin typeface="DejaVu Sans"/>
                <a:ea typeface="DejaVu Sans"/>
                <a:cs typeface="DejaVu Sans"/>
              </a:defRPr>
            </a:lvl4pPr>
            <a:lvl5pPr>
              <a:defRPr sz="1125" b="1">
                <a:solidFill>
                  <a:srgbClr val="7455D8"/>
                </a:solidFill>
                <a:latin typeface="DejaVu Sans"/>
                <a:ea typeface="DejaVu Sans"/>
                <a:cs typeface="DejaVu Sans"/>
              </a:defRPr>
            </a:lvl5pPr>
            <a:lvl6pPr>
              <a:defRPr sz="1125" b="1">
                <a:solidFill>
                  <a:srgbClr val="7455D8"/>
                </a:solidFill>
                <a:latin typeface="DejaVu Sans"/>
                <a:ea typeface="DejaVu Sans"/>
                <a:cs typeface="DejaVu Sans"/>
              </a:defRPr>
            </a:lvl6pPr>
            <a:lvl7pPr>
              <a:defRPr sz="1125" b="1">
                <a:solidFill>
                  <a:srgbClr val="7455D8"/>
                </a:solidFill>
                <a:latin typeface="DejaVu Sans"/>
                <a:ea typeface="DejaVu Sans"/>
                <a:cs typeface="DejaVu Sans"/>
              </a:defRPr>
            </a:lvl7pPr>
            <a:lvl8pPr>
              <a:defRPr sz="1125" b="1">
                <a:solidFill>
                  <a:srgbClr val="7455D8"/>
                </a:solidFill>
                <a:latin typeface="DejaVu Sans"/>
                <a:ea typeface="DejaVu Sans"/>
                <a:cs typeface="DejaVu Sans"/>
              </a:defRPr>
            </a:lvl8pPr>
            <a:lvl9pPr>
              <a:defRPr sz="1125" b="1">
                <a:solidFill>
                  <a:srgbClr val="7455D8"/>
                </a:solidFill>
                <a:latin typeface="DejaVu Sans"/>
                <a:ea typeface="DejaVu Sans"/>
                <a:cs typeface="DejaVu Sans"/>
              </a:defRPr>
            </a:lvl9pPr>
          </a:lstStyle>
          <a:p xmlns:a="http://schemas.openxmlformats.org/drawingml/2006/main">
            <a:pPr>
              <a:defRPr sz="1125" b="1">
                <a:solidFill>
                  <a:srgbClr val="7455D8"/>
                </a:solidFill>
                <a:latin typeface="DejaVu Sans"/>
                <a:ea typeface="DejaVu Sans"/>
                <a:cs typeface="DejaVu Sans"/>
              </a:defRPr>
            </a:pPr>
            <a:r>
              <a:rPr sz="1125" b="1">
                <a:solidFill>
                  <a:srgbClr val="7455D8"/>
                </a:solidFill>
                <a:latin typeface="DejaVu Sans"/>
                <a:ea typeface="DejaVu Sans"/>
                <a:cs typeface="DejaVu Sans"/>
              </a:rPr>
              <a:t>18</a:t>
            </a:r>
          </a:p>
        </p:txBody>
      </p:sp>
      <p:sp>
        <p:nvSpPr>
          <p:cNvPr id="5" name="">
            <a:extLst xmlns:a="http://schemas.openxmlformats.org/drawingml/2006/main">
              <a:ext uri="{FF2B5EF4-FFF2-40B4-BE49-F238E27FC236}">
                <a16:creationId xmlns:a16="http://schemas.microsoft.com/office/drawing/2014/main" id="{FCBB4D00-F4E1-42A8-9F74-FE00031DF2E7}"/>
              </a:ext>
            </a:extLst>
          </p:cNvPr>
          <p:cNvSpPr>
            <a:spLocks xmlns:a="http://schemas.openxmlformats.org/drawingml/2006/main" noGrp="1"/>
          </p:cNvSpPr>
          <p:nvPr/>
        </p:nvSpPr>
        <p:spPr>
          <a:xfrm xmlns:a="http://schemas.openxmlformats.org/drawingml/2006/main">
            <a:off x="666750" y="16192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College assignment</a:t>
            </a:r>
          </a:p>
        </p:txBody>
      </p:sp>
      <p:sp>
        <p:nvSpPr>
          <p:cNvPr id="6" name="">
            <a:extLst xmlns:a="http://schemas.openxmlformats.org/drawingml/2006/main">
              <a:ext uri="{FF2B5EF4-FFF2-40B4-BE49-F238E27FC236}">
                <a16:creationId xmlns:a16="http://schemas.microsoft.com/office/drawing/2014/main" id="{418BFA1C-644A-465C-B654-853CB0772914}"/>
              </a:ext>
            </a:extLst>
          </p:cNvPr>
          <p:cNvSpPr>
            <a:spLocks xmlns:a="http://schemas.openxmlformats.org/drawingml/2006/main" noGrp="1"/>
          </p:cNvSpPr>
          <p:nvPr/>
        </p:nvSpPr>
        <p:spPr>
          <a:xfrm xmlns:a="http://schemas.openxmlformats.org/drawingml/2006/main">
            <a:off x="666750" y="204787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647089"/>
                </a:solidFill>
                <a:latin typeface="DejaVu Sans"/>
                <a:ea typeface="DejaVu Sans"/>
                <a:cs typeface="DejaVu Sans"/>
              </a:defRPr>
            </a:defPPr>
            <a:lvl1pPr>
              <a:defRPr sz="1650" b="0">
                <a:solidFill>
                  <a:srgbClr val="647089"/>
                </a:solidFill>
                <a:latin typeface="DejaVu Sans"/>
                <a:ea typeface="DejaVu Sans"/>
                <a:cs typeface="DejaVu Sans"/>
              </a:defRPr>
            </a:lvl1pPr>
            <a:lvl2pPr>
              <a:defRPr sz="1650" b="0">
                <a:solidFill>
                  <a:srgbClr val="647089"/>
                </a:solidFill>
                <a:latin typeface="DejaVu Sans"/>
                <a:ea typeface="DejaVu Sans"/>
                <a:cs typeface="DejaVu Sans"/>
              </a:defRPr>
            </a:lvl2pPr>
            <a:lvl3pPr>
              <a:defRPr sz="1650" b="0">
                <a:solidFill>
                  <a:srgbClr val="647089"/>
                </a:solidFill>
                <a:latin typeface="DejaVu Sans"/>
                <a:ea typeface="DejaVu Sans"/>
                <a:cs typeface="DejaVu Sans"/>
              </a:defRPr>
            </a:lvl3pPr>
            <a:lvl4pPr>
              <a:defRPr sz="1650" b="0">
                <a:solidFill>
                  <a:srgbClr val="647089"/>
                </a:solidFill>
                <a:latin typeface="DejaVu Sans"/>
                <a:ea typeface="DejaVu Sans"/>
                <a:cs typeface="DejaVu Sans"/>
              </a:defRPr>
            </a:lvl4pPr>
            <a:lvl5pPr>
              <a:defRPr sz="1650" b="0">
                <a:solidFill>
                  <a:srgbClr val="647089"/>
                </a:solidFill>
                <a:latin typeface="DejaVu Sans"/>
                <a:ea typeface="DejaVu Sans"/>
                <a:cs typeface="DejaVu Sans"/>
              </a:defRPr>
            </a:lvl5pPr>
            <a:lvl6pPr>
              <a:defRPr sz="1650" b="0">
                <a:solidFill>
                  <a:srgbClr val="647089"/>
                </a:solidFill>
                <a:latin typeface="DejaVu Sans"/>
                <a:ea typeface="DejaVu Sans"/>
                <a:cs typeface="DejaVu Sans"/>
              </a:defRPr>
            </a:lvl6pPr>
            <a:lvl7pPr>
              <a:defRPr sz="1650" b="0">
                <a:solidFill>
                  <a:srgbClr val="647089"/>
                </a:solidFill>
                <a:latin typeface="DejaVu Sans"/>
                <a:ea typeface="DejaVu Sans"/>
                <a:cs typeface="DejaVu Sans"/>
              </a:defRPr>
            </a:lvl7pPr>
            <a:lvl8pPr>
              <a:defRPr sz="1650" b="0">
                <a:solidFill>
                  <a:srgbClr val="647089"/>
                </a:solidFill>
                <a:latin typeface="DejaVu Sans"/>
                <a:ea typeface="DejaVu Sans"/>
                <a:cs typeface="DejaVu Sans"/>
              </a:defRPr>
            </a:lvl8pPr>
            <a:lvl9pPr>
              <a:defRPr sz="1650" b="0">
                <a:solidFill>
                  <a:srgbClr val="647089"/>
                </a:solidFill>
                <a:latin typeface="DejaVu Sans"/>
                <a:ea typeface="DejaVu Sans"/>
                <a:cs typeface="DejaVu Sans"/>
              </a:defRPr>
            </a:lvl9pPr>
          </a:lstStyle>
          <a:p xmlns:a="http://schemas.openxmlformats.org/drawingml/2006/main">
            <a:pPr>
              <a:defRPr sz="1650" b="0">
                <a:solidFill>
                  <a:srgbClr val="647089"/>
                </a:solidFill>
                <a:latin typeface="DejaVu Sans"/>
                <a:ea typeface="DejaVu Sans"/>
                <a:cs typeface="DejaVu Sans"/>
              </a:defRPr>
            </a:pPr>
            <a:r>
              <a:rPr sz="1650" b="0">
                <a:solidFill>
                  <a:srgbClr val="647089"/>
                </a:solidFill>
                <a:latin typeface="DejaVu Sans"/>
                <a:ea typeface="DejaVu Sans"/>
                <a:cs typeface="DejaVu Sans"/>
              </a:rPr>
              <a:t>Real-Life Data Visualization Projects (1)(3).pdf, Project 1 and common requirements</a:t>
            </a:r>
          </a:p>
        </p:txBody>
      </p:sp>
      <p:sp>
        <p:nvSpPr>
          <p:cNvPr id="7" name="">
            <a:extLst xmlns:a="http://schemas.openxmlformats.org/drawingml/2006/main">
              <a:ext uri="{FF2B5EF4-FFF2-40B4-BE49-F238E27FC236}">
                <a16:creationId xmlns:a16="http://schemas.microsoft.com/office/drawing/2014/main" id="{539CABE2-2070-4B83-94CF-8756BA78902D}"/>
              </a:ext>
            </a:extLst>
          </p:cNvPr>
          <p:cNvSpPr>
            <a:spLocks xmlns:a="http://schemas.openxmlformats.org/drawingml/2006/main" noGrp="1"/>
          </p:cNvSpPr>
          <p:nvPr/>
        </p:nvSpPr>
        <p:spPr>
          <a:xfrm xmlns:a="http://schemas.openxmlformats.org/drawingml/2006/main">
            <a:off x="666750" y="28575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UCI Student Performance</a:t>
            </a:r>
          </a:p>
        </p:txBody>
      </p:sp>
      <p:sp>
        <p:nvSpPr>
          <p:cNvPr id="8" name="">
            <a:extLst xmlns:a="http://schemas.openxmlformats.org/drawingml/2006/main">
              <a:ext uri="{FF2B5EF4-FFF2-40B4-BE49-F238E27FC236}">
                <a16:creationId xmlns:a16="http://schemas.microsoft.com/office/drawing/2014/main" id="{E36DBCD3-DE61-4085-8E57-09EF98623D7E}"/>
              </a:ext>
            </a:extLst>
          </p:cNvPr>
          <p:cNvSpPr>
            <a:spLocks xmlns:a="http://schemas.openxmlformats.org/drawingml/2006/main" noGrp="1"/>
          </p:cNvSpPr>
          <p:nvPr/>
        </p:nvSpPr>
        <p:spPr>
          <a:xfrm xmlns:a="http://schemas.openxmlformats.org/drawingml/2006/main">
            <a:off x="666750" y="3333750"/>
            <a:ext cx="1047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3184E8"/>
                </a:solidFill>
                <a:latin typeface="DejaVu Sans"/>
                <a:ea typeface="DejaVu Sans"/>
                <a:cs typeface="DejaVu Sans"/>
              </a:defRPr>
            </a:defPPr>
            <a:lvl1pPr>
              <a:defRPr sz="1650" b="0">
                <a:solidFill>
                  <a:srgbClr val="3184E8"/>
                </a:solidFill>
                <a:latin typeface="DejaVu Sans"/>
                <a:ea typeface="DejaVu Sans"/>
                <a:cs typeface="DejaVu Sans"/>
              </a:defRPr>
            </a:lvl1pPr>
            <a:lvl2pPr>
              <a:defRPr sz="1650" b="0">
                <a:solidFill>
                  <a:srgbClr val="3184E8"/>
                </a:solidFill>
                <a:latin typeface="DejaVu Sans"/>
                <a:ea typeface="DejaVu Sans"/>
                <a:cs typeface="DejaVu Sans"/>
              </a:defRPr>
            </a:lvl2pPr>
            <a:lvl3pPr>
              <a:defRPr sz="1650" b="0">
                <a:solidFill>
                  <a:srgbClr val="3184E8"/>
                </a:solidFill>
                <a:latin typeface="DejaVu Sans"/>
                <a:ea typeface="DejaVu Sans"/>
                <a:cs typeface="DejaVu Sans"/>
              </a:defRPr>
            </a:lvl3pPr>
            <a:lvl4pPr>
              <a:defRPr sz="1650" b="0">
                <a:solidFill>
                  <a:srgbClr val="3184E8"/>
                </a:solidFill>
                <a:latin typeface="DejaVu Sans"/>
                <a:ea typeface="DejaVu Sans"/>
                <a:cs typeface="DejaVu Sans"/>
              </a:defRPr>
            </a:lvl4pPr>
            <a:lvl5pPr>
              <a:defRPr sz="1650" b="0">
                <a:solidFill>
                  <a:srgbClr val="3184E8"/>
                </a:solidFill>
                <a:latin typeface="DejaVu Sans"/>
                <a:ea typeface="DejaVu Sans"/>
                <a:cs typeface="DejaVu Sans"/>
              </a:defRPr>
            </a:lvl5pPr>
            <a:lvl6pPr>
              <a:defRPr sz="1650" b="0">
                <a:solidFill>
                  <a:srgbClr val="3184E8"/>
                </a:solidFill>
                <a:latin typeface="DejaVu Sans"/>
                <a:ea typeface="DejaVu Sans"/>
                <a:cs typeface="DejaVu Sans"/>
              </a:defRPr>
            </a:lvl6pPr>
            <a:lvl7pPr>
              <a:defRPr sz="1650" b="0">
                <a:solidFill>
                  <a:srgbClr val="3184E8"/>
                </a:solidFill>
                <a:latin typeface="DejaVu Sans"/>
                <a:ea typeface="DejaVu Sans"/>
                <a:cs typeface="DejaVu Sans"/>
              </a:defRPr>
            </a:lvl7pPr>
            <a:lvl8pPr>
              <a:defRPr sz="1650" b="0">
                <a:solidFill>
                  <a:srgbClr val="3184E8"/>
                </a:solidFill>
                <a:latin typeface="DejaVu Sans"/>
                <a:ea typeface="DejaVu Sans"/>
                <a:cs typeface="DejaVu Sans"/>
              </a:defRPr>
            </a:lvl8pPr>
            <a:lvl9pPr>
              <a:defRPr sz="1650" b="0">
                <a:solidFill>
                  <a:srgbClr val="3184E8"/>
                </a:solidFill>
                <a:latin typeface="DejaVu Sans"/>
                <a:ea typeface="DejaVu Sans"/>
                <a:cs typeface="DejaVu Sans"/>
              </a:defRPr>
            </a:lvl9pPr>
          </a:lstStyle>
          <a:p xmlns:a="http://schemas.openxmlformats.org/drawingml/2006/main">
            <a:pPr>
              <a:defRPr sz="1650" b="0">
                <a:solidFill>
                  <a:srgbClr val="3184E8"/>
                </a:solidFill>
                <a:latin typeface="DejaVu Sans"/>
                <a:ea typeface="DejaVu Sans"/>
                <a:cs typeface="DejaVu Sans"/>
              </a:defRPr>
            </a:pPr>
            <a:r>
              <a:rPr sz="1650" b="0">
                <a:solidFill>
                  <a:srgbClr val="3184E8"/>
                </a:solidFill>
                <a:latin typeface="DejaVu Sans"/>
                <a:ea typeface="DejaVu Sans"/>
                <a:cs typeface="DejaVu Sans"/>
              </a:rPr>
              <a:t>https://archive.ics.uci.edu/dataset/320/student+performance</a:t>
            </a:r>
          </a:p>
          <a:p xmlns:a="http://schemas.openxmlformats.org/drawingml/2006/main">
            <a:pPr>
              <a:defRPr sz="1650" b="0">
                <a:solidFill>
                  <a:srgbClr val="3184E8"/>
                </a:solidFill>
                <a:latin typeface="DejaVu Sans"/>
                <a:ea typeface="DejaVu Sans"/>
                <a:cs typeface="DejaVu Sans"/>
              </a:defRPr>
            </a:pPr>
            <a:r>
              <a:rPr sz="1650" b="0">
                <a:solidFill>
                  <a:srgbClr val="3184E8"/>
                </a:solidFill>
                <a:latin typeface="DejaVu Sans"/>
                <a:ea typeface="DejaVu Sans"/>
                <a:cs typeface="DejaVu Sans"/>
              </a:rPr>
              <a:t>https://doi.org/10.24432/C5TG7T</a:t>
            </a:r>
          </a:p>
        </p:txBody>
      </p:sp>
      <p:sp>
        <p:nvSpPr>
          <p:cNvPr id="9" name="">
            <a:extLst xmlns:a="http://schemas.openxmlformats.org/drawingml/2006/main">
              <a:ext uri="{FF2B5EF4-FFF2-40B4-BE49-F238E27FC236}">
                <a16:creationId xmlns:a16="http://schemas.microsoft.com/office/drawing/2014/main" id="{9FF556FA-FEC9-446A-89C9-AEFD2AB8D727}"/>
              </a:ext>
            </a:extLst>
          </p:cNvPr>
          <p:cNvSpPr>
            <a:spLocks xmlns:a="http://schemas.openxmlformats.org/drawingml/2006/main" noGrp="1"/>
          </p:cNvSpPr>
          <p:nvPr/>
        </p:nvSpPr>
        <p:spPr>
          <a:xfrm xmlns:a="http://schemas.openxmlformats.org/drawingml/2006/main">
            <a:off x="666750" y="4524375"/>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202842"/>
                </a:solidFill>
                <a:latin typeface="DejaVu Sans"/>
                <a:ea typeface="DejaVu Sans"/>
                <a:cs typeface="DejaVu Sans"/>
              </a:defRPr>
            </a:defPPr>
            <a:lvl1pPr>
              <a:defRPr sz="2025" b="1">
                <a:solidFill>
                  <a:srgbClr val="202842"/>
                </a:solidFill>
                <a:latin typeface="DejaVu Sans"/>
                <a:ea typeface="DejaVu Sans"/>
                <a:cs typeface="DejaVu Sans"/>
              </a:defRPr>
            </a:lvl1pPr>
            <a:lvl2pPr>
              <a:defRPr sz="2025" b="1">
                <a:solidFill>
                  <a:srgbClr val="202842"/>
                </a:solidFill>
                <a:latin typeface="DejaVu Sans"/>
                <a:ea typeface="DejaVu Sans"/>
                <a:cs typeface="DejaVu Sans"/>
              </a:defRPr>
            </a:lvl2pPr>
            <a:lvl3pPr>
              <a:defRPr sz="2025" b="1">
                <a:solidFill>
                  <a:srgbClr val="202842"/>
                </a:solidFill>
                <a:latin typeface="DejaVu Sans"/>
                <a:ea typeface="DejaVu Sans"/>
                <a:cs typeface="DejaVu Sans"/>
              </a:defRPr>
            </a:lvl3pPr>
            <a:lvl4pPr>
              <a:defRPr sz="2025" b="1">
                <a:solidFill>
                  <a:srgbClr val="202842"/>
                </a:solidFill>
                <a:latin typeface="DejaVu Sans"/>
                <a:ea typeface="DejaVu Sans"/>
                <a:cs typeface="DejaVu Sans"/>
              </a:defRPr>
            </a:lvl4pPr>
            <a:lvl5pPr>
              <a:defRPr sz="2025" b="1">
                <a:solidFill>
                  <a:srgbClr val="202842"/>
                </a:solidFill>
                <a:latin typeface="DejaVu Sans"/>
                <a:ea typeface="DejaVu Sans"/>
                <a:cs typeface="DejaVu Sans"/>
              </a:defRPr>
            </a:lvl5pPr>
            <a:lvl6pPr>
              <a:defRPr sz="2025" b="1">
                <a:solidFill>
                  <a:srgbClr val="202842"/>
                </a:solidFill>
                <a:latin typeface="DejaVu Sans"/>
                <a:ea typeface="DejaVu Sans"/>
                <a:cs typeface="DejaVu Sans"/>
              </a:defRPr>
            </a:lvl6pPr>
            <a:lvl7pPr>
              <a:defRPr sz="2025" b="1">
                <a:solidFill>
                  <a:srgbClr val="202842"/>
                </a:solidFill>
                <a:latin typeface="DejaVu Sans"/>
                <a:ea typeface="DejaVu Sans"/>
                <a:cs typeface="DejaVu Sans"/>
              </a:defRPr>
            </a:lvl7pPr>
            <a:lvl8pPr>
              <a:defRPr sz="2025" b="1">
                <a:solidFill>
                  <a:srgbClr val="202842"/>
                </a:solidFill>
                <a:latin typeface="DejaVu Sans"/>
                <a:ea typeface="DejaVu Sans"/>
                <a:cs typeface="DejaVu Sans"/>
              </a:defRPr>
            </a:lvl8pPr>
            <a:lvl9pPr>
              <a:defRPr sz="2025" b="1">
                <a:solidFill>
                  <a:srgbClr val="202842"/>
                </a:solidFill>
                <a:latin typeface="DejaVu Sans"/>
                <a:ea typeface="DejaVu Sans"/>
                <a:cs typeface="DejaVu Sans"/>
              </a:defRPr>
            </a:lvl9pPr>
          </a:lstStyle>
          <a:p xmlns:a="http://schemas.openxmlformats.org/drawingml/2006/main">
            <a:pPr>
              <a:defRPr sz="2025" b="1">
                <a:solidFill>
                  <a:srgbClr val="202842"/>
                </a:solidFill>
                <a:latin typeface="DejaVu Sans"/>
                <a:ea typeface="DejaVu Sans"/>
                <a:cs typeface="DejaVu Sans"/>
              </a:defRPr>
            </a:pPr>
            <a:r>
              <a:rPr sz="2025" b="1">
                <a:solidFill>
                  <a:srgbClr val="202842"/>
                </a:solidFill>
                <a:latin typeface="DejaVu Sans"/>
                <a:ea typeface="DejaVu Sans"/>
                <a:cs typeface="DejaVu Sans"/>
              </a:rPr>
              <a:t>Microsoft Learn</a:t>
            </a:r>
          </a:p>
        </p:txBody>
      </p:sp>
      <p:sp>
        <p:nvSpPr>
          <p:cNvPr id="10" name="">
            <a:extLst xmlns:a="http://schemas.openxmlformats.org/drawingml/2006/main">
              <a:ext uri="{FF2B5EF4-FFF2-40B4-BE49-F238E27FC236}">
                <a16:creationId xmlns:a16="http://schemas.microsoft.com/office/drawing/2014/main" id="{520D9525-D040-451F-A3BD-58B2B1FE528E}"/>
              </a:ext>
            </a:extLst>
          </p:cNvPr>
          <p:cNvSpPr>
            <a:spLocks xmlns:a="http://schemas.openxmlformats.org/drawingml/2006/main" noGrp="1"/>
          </p:cNvSpPr>
          <p:nvPr/>
        </p:nvSpPr>
        <p:spPr>
          <a:xfrm xmlns:a="http://schemas.openxmlformats.org/drawingml/2006/main">
            <a:off x="666750" y="5000625"/>
            <a:ext cx="1047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3184E8"/>
                </a:solidFill>
                <a:latin typeface="DejaVu Sans"/>
                <a:ea typeface="DejaVu Sans"/>
                <a:cs typeface="DejaVu Sans"/>
              </a:defRPr>
            </a:defPPr>
            <a:lvl1pPr>
              <a:defRPr sz="1575" b="0">
                <a:solidFill>
                  <a:srgbClr val="3184E8"/>
                </a:solidFill>
                <a:latin typeface="DejaVu Sans"/>
                <a:ea typeface="DejaVu Sans"/>
                <a:cs typeface="DejaVu Sans"/>
              </a:defRPr>
            </a:lvl1pPr>
            <a:lvl2pPr>
              <a:defRPr sz="1575" b="0">
                <a:solidFill>
                  <a:srgbClr val="3184E8"/>
                </a:solidFill>
                <a:latin typeface="DejaVu Sans"/>
                <a:ea typeface="DejaVu Sans"/>
                <a:cs typeface="DejaVu Sans"/>
              </a:defRPr>
            </a:lvl2pPr>
            <a:lvl3pPr>
              <a:defRPr sz="1575" b="0">
                <a:solidFill>
                  <a:srgbClr val="3184E8"/>
                </a:solidFill>
                <a:latin typeface="DejaVu Sans"/>
                <a:ea typeface="DejaVu Sans"/>
                <a:cs typeface="DejaVu Sans"/>
              </a:defRPr>
            </a:lvl3pPr>
            <a:lvl4pPr>
              <a:defRPr sz="1575" b="0">
                <a:solidFill>
                  <a:srgbClr val="3184E8"/>
                </a:solidFill>
                <a:latin typeface="DejaVu Sans"/>
                <a:ea typeface="DejaVu Sans"/>
                <a:cs typeface="DejaVu Sans"/>
              </a:defRPr>
            </a:lvl4pPr>
            <a:lvl5pPr>
              <a:defRPr sz="1575" b="0">
                <a:solidFill>
                  <a:srgbClr val="3184E8"/>
                </a:solidFill>
                <a:latin typeface="DejaVu Sans"/>
                <a:ea typeface="DejaVu Sans"/>
                <a:cs typeface="DejaVu Sans"/>
              </a:defRPr>
            </a:lvl5pPr>
            <a:lvl6pPr>
              <a:defRPr sz="1575" b="0">
                <a:solidFill>
                  <a:srgbClr val="3184E8"/>
                </a:solidFill>
                <a:latin typeface="DejaVu Sans"/>
                <a:ea typeface="DejaVu Sans"/>
                <a:cs typeface="DejaVu Sans"/>
              </a:defRPr>
            </a:lvl6pPr>
            <a:lvl7pPr>
              <a:defRPr sz="1575" b="0">
                <a:solidFill>
                  <a:srgbClr val="3184E8"/>
                </a:solidFill>
                <a:latin typeface="DejaVu Sans"/>
                <a:ea typeface="DejaVu Sans"/>
                <a:cs typeface="DejaVu Sans"/>
              </a:defRPr>
            </a:lvl7pPr>
            <a:lvl8pPr>
              <a:defRPr sz="1575" b="0">
                <a:solidFill>
                  <a:srgbClr val="3184E8"/>
                </a:solidFill>
                <a:latin typeface="DejaVu Sans"/>
                <a:ea typeface="DejaVu Sans"/>
                <a:cs typeface="DejaVu Sans"/>
              </a:defRPr>
            </a:lvl8pPr>
            <a:lvl9pPr>
              <a:defRPr sz="1575" b="0">
                <a:solidFill>
                  <a:srgbClr val="3184E8"/>
                </a:solidFill>
                <a:latin typeface="DejaVu Sans"/>
                <a:ea typeface="DejaVu Sans"/>
                <a:cs typeface="DejaVu Sans"/>
              </a:defRPr>
            </a:lvl9pPr>
          </a:lstStyle>
          <a:p xmlns:a="http://schemas.openxmlformats.org/drawingml/2006/main">
            <a:pPr>
              <a:defRPr sz="1575" b="0">
                <a:solidFill>
                  <a:srgbClr val="3184E8"/>
                </a:solidFill>
                <a:latin typeface="DejaVu Sans"/>
                <a:ea typeface="DejaVu Sans"/>
                <a:cs typeface="DejaVu Sans"/>
              </a:defRPr>
            </a:pPr>
            <a:r>
              <a:rPr sz="1575" b="0">
                <a:solidFill>
                  <a:srgbClr val="3184E8"/>
                </a:solidFill>
                <a:latin typeface="DejaVu Sans"/>
                <a:ea typeface="DejaVu Sans"/>
                <a:cs typeface="DejaVu Sans"/>
              </a:rPr>
              <a:t>https://learn.microsoft.com/en-us/powerquery-m/csv-document</a:t>
            </a:r>
          </a:p>
          <a:p xmlns:a="http://schemas.openxmlformats.org/drawingml/2006/main">
            <a:pPr>
              <a:defRPr sz="1575" b="0">
                <a:solidFill>
                  <a:srgbClr val="3184E8"/>
                </a:solidFill>
                <a:latin typeface="DejaVu Sans"/>
                <a:ea typeface="DejaVu Sans"/>
                <a:cs typeface="DejaVu Sans"/>
              </a:defRPr>
            </a:pPr>
            <a:r>
              <a:rPr sz="1575" b="0">
                <a:solidFill>
                  <a:srgbClr val="3184E8"/>
                </a:solidFill>
                <a:latin typeface="DejaVu Sans"/>
                <a:ea typeface="DejaVu Sans"/>
                <a:cs typeface="DejaVu Sans"/>
              </a:rPr>
              <a:t>https://learn.microsoft.com/en-us/dax/calculate-function-dax</a:t>
            </a:r>
          </a:p>
        </p:txBody>
      </p:sp>
    </p:spTree>
    <p:extLst>
      <p:ext uri="{BB962C8B-B14F-4D97-AF65-F5344CB8AC3E}">
        <p14:creationId xmlns:p14="http://schemas.microsoft.com/office/powerpoint/2010/main" val="384390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2026-10-23T10:14:24.5300000Z</dcterms:created>
  <dcterms:modified xsi:type="dcterms:W3CDTF">2026-10-23T10:14:24.5300000Z</dcterms:modified>
</coreProperties>
</file>